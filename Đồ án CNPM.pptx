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7" r:id="rId1"/>
  </p:sldMasterIdLst>
  <p:sldIdLst>
    <p:sldId id="256" r:id="rId2"/>
    <p:sldId id="283" r:id="rId3"/>
    <p:sldId id="284" r:id="rId4"/>
    <p:sldId id="285" r:id="rId5"/>
    <p:sldId id="286" r:id="rId6"/>
    <p:sldId id="280" r:id="rId7"/>
    <p:sldId id="282" r:id="rId8"/>
    <p:sldId id="27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2" autoAdjust="0"/>
    <p:restoredTop sz="86965" autoAdjust="0"/>
  </p:normalViewPr>
  <p:slideViewPr>
    <p:cSldViewPr snapToGrid="0">
      <p:cViewPr varScale="1">
        <p:scale>
          <a:sx n="60" d="100"/>
          <a:sy n="60" d="100"/>
        </p:scale>
        <p:origin x="105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791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195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103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84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1590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418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903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404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17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671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46585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513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367525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4660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2522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03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B53125-3DB6-4BB9-8326-F0320FE2AE48}" type="datetimeFigureOut">
              <a:rPr lang="en-US" smtClean="0"/>
              <a:t>5/22/2024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737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33069" y="3009947"/>
            <a:ext cx="7766936" cy="3634868"/>
          </a:xfrm>
        </p:spPr>
        <p:txBody>
          <a:bodyPr>
            <a:noAutofit/>
          </a:bodyPr>
          <a:lstStyle/>
          <a:p>
            <a:pPr algn="l"/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GV: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Trần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Thanh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Nhã</a:t>
            </a:r>
            <a:endParaRPr lang="en-US" sz="25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Thành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algn="l"/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Đặng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Minh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Nghĩa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l"/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Nguyễn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Chí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Đức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l"/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Nguyễn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Ái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Thiềm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l"/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Trương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Quang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algn="l"/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D21_TH09 </a:t>
            </a:r>
            <a:endParaRPr lang="en-US" sz="25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342147" y="433137"/>
            <a:ext cx="6812388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endParaRPr lang="en-US" sz="3000" b="1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3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Môn </a:t>
            </a:r>
            <a:r>
              <a:rPr lang="en-US" sz="3000" b="1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3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: </a:t>
            </a:r>
            <a:r>
              <a:rPr lang="en-US" sz="3000" b="1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3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3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mềm</a:t>
            </a:r>
            <a:endParaRPr lang="en-US" sz="3000" b="1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1F1F14-C2DA-6E3F-39BD-4CBE7E51E5F1}"/>
              </a:ext>
            </a:extLst>
          </p:cNvPr>
          <p:cNvSpPr/>
          <p:nvPr/>
        </p:nvSpPr>
        <p:spPr>
          <a:xfrm>
            <a:off x="1883987" y="1595230"/>
            <a:ext cx="7465101" cy="127085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5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Đồ</a:t>
            </a:r>
            <a:r>
              <a:rPr lang="en-US" sz="25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5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án</a:t>
            </a:r>
            <a:r>
              <a:rPr lang="en-US" sz="25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5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Quản</a:t>
            </a:r>
            <a:r>
              <a:rPr lang="en-US" sz="25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5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lý</a:t>
            </a:r>
            <a:r>
              <a:rPr lang="en-US" sz="25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5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bán</a:t>
            </a:r>
            <a:r>
              <a:rPr lang="en-US" sz="25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5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vé</a:t>
            </a:r>
            <a:r>
              <a:rPr lang="en-US" sz="25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5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xe</a:t>
            </a:r>
            <a:endParaRPr lang="en-US" sz="25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497061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/>
      <p:bldP spid="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264208" y="512134"/>
            <a:ext cx="6890327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endParaRPr lang="en-US" sz="4000" b="1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I.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dự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án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mềm</a:t>
            </a:r>
            <a:endParaRPr lang="en-US" sz="400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1F1F14-C2DA-6E3F-39BD-4CBE7E51E5F1}"/>
              </a:ext>
            </a:extLst>
          </p:cNvPr>
          <p:cNvSpPr/>
          <p:nvPr/>
        </p:nvSpPr>
        <p:spPr>
          <a:xfrm>
            <a:off x="1840351" y="2164914"/>
            <a:ext cx="7465101" cy="303667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vé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xe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 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mềm</a:t>
            </a:r>
            <a:r>
              <a:rPr lang="en-US" dirty="0"/>
              <a:t>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dung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thuận</a:t>
            </a:r>
            <a:r>
              <a:rPr lang="en-US" dirty="0"/>
              <a:t> </a:t>
            </a:r>
            <a:r>
              <a:rPr lang="en-US" dirty="0" err="1"/>
              <a:t>tiện</a:t>
            </a:r>
            <a:r>
              <a:rPr lang="en-US" dirty="0"/>
              <a:t>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vé</a:t>
            </a:r>
            <a:r>
              <a:rPr lang="en-US" dirty="0"/>
              <a:t> </a:t>
            </a:r>
            <a:r>
              <a:rPr lang="en-US" dirty="0" err="1"/>
              <a:t>xe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</a:t>
            </a:r>
            <a:r>
              <a:rPr lang="en-US" dirty="0" err="1"/>
              <a:t>nơi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muốn,giúp</a:t>
            </a:r>
            <a:r>
              <a:rPr lang="en-US" dirty="0"/>
              <a:t>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quy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bán</a:t>
            </a:r>
            <a:r>
              <a:rPr lang="en-US" dirty="0"/>
              <a:t> </a:t>
            </a:r>
            <a:r>
              <a:rPr lang="en-US" dirty="0" err="1"/>
              <a:t>vé</a:t>
            </a:r>
            <a:r>
              <a:rPr lang="en-US" dirty="0"/>
              <a:t> </a:t>
            </a:r>
            <a:r>
              <a:rPr lang="en-US" dirty="0" err="1"/>
              <a:t>xe,giúp</a:t>
            </a:r>
            <a:r>
              <a:rPr lang="en-US" dirty="0"/>
              <a:t> admin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tuyến</a:t>
            </a:r>
            <a:r>
              <a:rPr lang="en-US" dirty="0"/>
              <a:t> </a:t>
            </a:r>
            <a:r>
              <a:rPr lang="en-US" dirty="0" err="1"/>
              <a:t>xe,chuyến</a:t>
            </a:r>
            <a:r>
              <a:rPr lang="en-US" dirty="0"/>
              <a:t> </a:t>
            </a:r>
            <a:r>
              <a:rPr lang="en-US" dirty="0" err="1"/>
              <a:t>xe</a:t>
            </a:r>
            <a:r>
              <a:rPr lang="en-US" dirty="0"/>
              <a:t>, </a:t>
            </a:r>
            <a:r>
              <a:rPr lang="en-US" dirty="0" err="1"/>
              <a:t>khách</a:t>
            </a:r>
            <a:r>
              <a:rPr lang="en-US" dirty="0"/>
              <a:t> </a:t>
            </a:r>
            <a:r>
              <a:rPr lang="en-US" dirty="0" err="1"/>
              <a:t>hàng</a:t>
            </a:r>
            <a:r>
              <a:rPr lang="en-US" dirty="0"/>
              <a:t>,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xe,quản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viên,một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mềm</a:t>
            </a:r>
            <a:r>
              <a:rPr lang="en-US" dirty="0"/>
              <a:t>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dung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thuận</a:t>
            </a:r>
            <a:r>
              <a:rPr lang="en-US" dirty="0"/>
              <a:t> </a:t>
            </a:r>
            <a:r>
              <a:rPr lang="en-US" dirty="0" err="1"/>
              <a:t>tiện</a:t>
            </a:r>
            <a:r>
              <a:rPr lang="en-US" dirty="0"/>
              <a:t>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vé</a:t>
            </a:r>
            <a:r>
              <a:rPr lang="en-US" dirty="0"/>
              <a:t> </a:t>
            </a:r>
            <a:r>
              <a:rPr lang="en-US" dirty="0" err="1"/>
              <a:t>xe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</a:t>
            </a:r>
            <a:r>
              <a:rPr lang="en-US" dirty="0" err="1"/>
              <a:t>nơi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muốn,giúp</a:t>
            </a:r>
            <a:r>
              <a:rPr lang="en-US" dirty="0"/>
              <a:t>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quy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bán</a:t>
            </a:r>
            <a:r>
              <a:rPr lang="en-US" dirty="0"/>
              <a:t> </a:t>
            </a:r>
            <a:r>
              <a:rPr lang="en-US" dirty="0" err="1"/>
              <a:t>vé</a:t>
            </a:r>
            <a:r>
              <a:rPr lang="en-US" dirty="0"/>
              <a:t> </a:t>
            </a:r>
            <a:r>
              <a:rPr lang="en-US" dirty="0" err="1"/>
              <a:t>xe,giúp</a:t>
            </a:r>
            <a:r>
              <a:rPr lang="en-US" dirty="0"/>
              <a:t> admin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tuyến</a:t>
            </a:r>
            <a:r>
              <a:rPr lang="en-US" dirty="0"/>
              <a:t> </a:t>
            </a:r>
            <a:r>
              <a:rPr lang="en-US" dirty="0" err="1"/>
              <a:t>xe,chuyến</a:t>
            </a:r>
            <a:r>
              <a:rPr lang="en-US" dirty="0"/>
              <a:t> </a:t>
            </a:r>
            <a:r>
              <a:rPr lang="en-US" dirty="0" err="1"/>
              <a:t>xe</a:t>
            </a:r>
            <a:r>
              <a:rPr lang="en-US" dirty="0"/>
              <a:t>, </a:t>
            </a:r>
            <a:r>
              <a:rPr lang="en-US" dirty="0" err="1"/>
              <a:t>khách</a:t>
            </a:r>
            <a:r>
              <a:rPr lang="en-US" dirty="0"/>
              <a:t> </a:t>
            </a:r>
            <a:r>
              <a:rPr lang="en-US" dirty="0" err="1"/>
              <a:t>hàng</a:t>
            </a:r>
            <a:r>
              <a:rPr lang="en-US" dirty="0"/>
              <a:t>,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xe,quản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viên</a:t>
            </a:r>
            <a:endParaRPr lang="en-US" dirty="0"/>
          </a:p>
          <a:p>
            <a:pPr lvl="0"/>
            <a:endParaRPr lang="en-US" dirty="0"/>
          </a:p>
          <a:p>
            <a:endParaRPr lang="en-US" dirty="0"/>
          </a:p>
          <a:p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807657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264208" y="497144"/>
            <a:ext cx="689032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II.Quản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Lý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Dự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Án</a:t>
            </a:r>
            <a:endParaRPr lang="en-US" sz="400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268D86-3D9C-A439-3355-BAFD3C8E3493}"/>
              </a:ext>
            </a:extLst>
          </p:cNvPr>
          <p:cNvSpPr/>
          <p:nvPr/>
        </p:nvSpPr>
        <p:spPr>
          <a:xfrm>
            <a:off x="1976820" y="1973179"/>
            <a:ext cx="7465101" cy="423511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5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Ước</a:t>
            </a:r>
            <a:r>
              <a:rPr lang="en-US" sz="25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sz="25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25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gian:</a:t>
            </a:r>
            <a:r>
              <a:rPr lang="en-US" sz="2500" dirty="0"/>
              <a:t>8 </a:t>
            </a:r>
            <a:r>
              <a:rPr lang="en-US" sz="2500" dirty="0" err="1"/>
              <a:t>tuần</a:t>
            </a:r>
            <a:r>
              <a:rPr lang="en-US" sz="2500" dirty="0"/>
              <a:t> </a:t>
            </a:r>
            <a:r>
              <a:rPr lang="en-US" sz="2500" dirty="0" err="1"/>
              <a:t>kể</a:t>
            </a:r>
            <a:r>
              <a:rPr lang="en-US" sz="2500" dirty="0"/>
              <a:t> </a:t>
            </a:r>
            <a:r>
              <a:rPr lang="en-US" sz="2500" dirty="0" err="1"/>
              <a:t>từ</a:t>
            </a:r>
            <a:r>
              <a:rPr lang="en-US" sz="2500" dirty="0"/>
              <a:t> </a:t>
            </a:r>
            <a:r>
              <a:rPr lang="en-US" sz="2500" dirty="0" err="1"/>
              <a:t>khi</a:t>
            </a:r>
            <a:r>
              <a:rPr lang="en-US" sz="2500" dirty="0"/>
              <a:t> </a:t>
            </a:r>
            <a:r>
              <a:rPr lang="en-US" sz="2500" dirty="0" err="1"/>
              <a:t>thầy</a:t>
            </a:r>
            <a:r>
              <a:rPr lang="en-US" sz="2500" dirty="0"/>
              <a:t> </a:t>
            </a:r>
            <a:r>
              <a:rPr lang="en-US" sz="2500" dirty="0" err="1"/>
              <a:t>giao</a:t>
            </a:r>
            <a:r>
              <a:rPr lang="en-US" sz="2500" dirty="0"/>
              <a:t> </a:t>
            </a:r>
            <a:r>
              <a:rPr lang="en-US" sz="2500" dirty="0" err="1"/>
              <a:t>đồ</a:t>
            </a:r>
            <a:r>
              <a:rPr lang="en-US" sz="2500" dirty="0"/>
              <a:t> </a:t>
            </a:r>
            <a:r>
              <a:rPr lang="en-US" sz="2500" dirty="0" err="1"/>
              <a:t>án</a:t>
            </a:r>
            <a:r>
              <a:rPr lang="en-US" sz="2500" dirty="0"/>
              <a:t> </a:t>
            </a:r>
          </a:p>
          <a:p>
            <a:endParaRPr lang="en-US" sz="2500" dirty="0"/>
          </a:p>
          <a:p>
            <a:r>
              <a:rPr lang="en-US" sz="2500" dirty="0" err="1"/>
              <a:t>Ước</a:t>
            </a:r>
            <a:r>
              <a:rPr lang="en-US" sz="2500" dirty="0"/>
              <a:t> </a:t>
            </a:r>
            <a:r>
              <a:rPr lang="en-US" sz="2500" dirty="0" err="1"/>
              <a:t>lượng</a:t>
            </a:r>
            <a:r>
              <a:rPr lang="en-US" sz="2500" dirty="0"/>
              <a:t> chi </a:t>
            </a:r>
            <a:r>
              <a:rPr lang="en-US" sz="2500" dirty="0" err="1"/>
              <a:t>phí</a:t>
            </a:r>
            <a:r>
              <a:rPr lang="en-US" sz="2500" dirty="0"/>
              <a:t>:*************VNĐ</a:t>
            </a:r>
          </a:p>
          <a:p>
            <a:r>
              <a:rPr lang="en-US" sz="2500" dirty="0" err="1"/>
              <a:t>Ước</a:t>
            </a:r>
            <a:r>
              <a:rPr lang="en-US" sz="2500" dirty="0"/>
              <a:t> </a:t>
            </a:r>
            <a:r>
              <a:rPr lang="en-US" sz="2500" dirty="0" err="1"/>
              <a:t>lượng</a:t>
            </a:r>
            <a:r>
              <a:rPr lang="en-US" sz="2500" dirty="0"/>
              <a:t> </a:t>
            </a:r>
            <a:r>
              <a:rPr lang="en-US" sz="2500" dirty="0" err="1"/>
              <a:t>người</a:t>
            </a:r>
            <a:r>
              <a:rPr lang="en-US" sz="2500" dirty="0"/>
              <a:t> </a:t>
            </a:r>
            <a:r>
              <a:rPr lang="en-US" sz="2500" dirty="0" err="1"/>
              <a:t>tham</a:t>
            </a:r>
            <a:r>
              <a:rPr lang="en-US" sz="2500" dirty="0"/>
              <a:t> </a:t>
            </a:r>
            <a:r>
              <a:rPr lang="en-US" sz="2500" dirty="0" err="1"/>
              <a:t>gia</a:t>
            </a:r>
            <a:r>
              <a:rPr lang="en-US" sz="2500" dirty="0"/>
              <a:t>: 4 </a:t>
            </a:r>
            <a:r>
              <a:rPr lang="en-US" sz="2500" dirty="0" err="1"/>
              <a:t>thành</a:t>
            </a:r>
            <a:r>
              <a:rPr lang="en-US" sz="2500" dirty="0"/>
              <a:t> </a:t>
            </a:r>
            <a:r>
              <a:rPr lang="en-US" sz="2500" dirty="0" err="1"/>
              <a:t>viên</a:t>
            </a:r>
            <a:r>
              <a:rPr lang="en-US" sz="2500" dirty="0"/>
              <a:t> </a:t>
            </a:r>
          </a:p>
          <a:p>
            <a:r>
              <a:rPr lang="en-US" sz="2500" dirty="0" err="1"/>
              <a:t>Đặng</a:t>
            </a:r>
            <a:r>
              <a:rPr lang="en-US" sz="2500" dirty="0"/>
              <a:t> Minh </a:t>
            </a:r>
            <a:r>
              <a:rPr lang="en-US" sz="2500" dirty="0" err="1"/>
              <a:t>Nghĩa,Nguyễn</a:t>
            </a:r>
            <a:r>
              <a:rPr lang="en-US" sz="2500" dirty="0"/>
              <a:t> Chí </a:t>
            </a:r>
            <a:r>
              <a:rPr lang="en-US" sz="2500" dirty="0" err="1"/>
              <a:t>Đức</a:t>
            </a:r>
            <a:r>
              <a:rPr lang="en-US" sz="2500" dirty="0"/>
              <a:t>, </a:t>
            </a:r>
            <a:r>
              <a:rPr lang="en-US" sz="2500" dirty="0" err="1"/>
              <a:t>Nguyễn</a:t>
            </a:r>
            <a:r>
              <a:rPr lang="en-US" sz="2500" dirty="0"/>
              <a:t> </a:t>
            </a:r>
            <a:r>
              <a:rPr lang="en-US" sz="2500" dirty="0" err="1"/>
              <a:t>Ái</a:t>
            </a:r>
            <a:r>
              <a:rPr lang="en-US" sz="2500" dirty="0"/>
              <a:t> </a:t>
            </a:r>
            <a:r>
              <a:rPr lang="en-US" sz="2500" dirty="0" err="1"/>
              <a:t>Thiềm</a:t>
            </a:r>
            <a:r>
              <a:rPr lang="en-US" sz="2500" dirty="0"/>
              <a:t> </a:t>
            </a:r>
            <a:r>
              <a:rPr lang="en-US" sz="2500" dirty="0" err="1"/>
              <a:t>Định,Trương</a:t>
            </a:r>
            <a:r>
              <a:rPr lang="en-US" sz="2500" dirty="0"/>
              <a:t> Quang </a:t>
            </a:r>
            <a:r>
              <a:rPr lang="en-US" sz="2500" dirty="0" err="1"/>
              <a:t>Phát</a:t>
            </a:r>
            <a:r>
              <a:rPr lang="en-US" sz="25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42220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4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264208" y="512134"/>
            <a:ext cx="689032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III.Phân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endParaRPr lang="en-US" sz="400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1F1F14-C2DA-6E3F-39BD-4CBE7E51E5F1}"/>
              </a:ext>
            </a:extLst>
          </p:cNvPr>
          <p:cNvSpPr/>
          <p:nvPr/>
        </p:nvSpPr>
        <p:spPr>
          <a:xfrm>
            <a:off x="1900311" y="1457028"/>
            <a:ext cx="7465101" cy="1612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Nhân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vật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endParaRPr lang="en-US" dirty="0"/>
          </a:p>
          <a:p>
            <a:pPr lvl="0"/>
            <a:endParaRPr lang="en-US" dirty="0"/>
          </a:p>
          <a:p>
            <a:endParaRPr lang="en-US" dirty="0"/>
          </a:p>
          <a:p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EB0018-2344-A730-BF19-64AE14FE545D}"/>
              </a:ext>
            </a:extLst>
          </p:cNvPr>
          <p:cNvSpPr/>
          <p:nvPr/>
        </p:nvSpPr>
        <p:spPr>
          <a:xfrm>
            <a:off x="1900311" y="3306643"/>
            <a:ext cx="7465101" cy="1612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CDM,PDM:</a:t>
            </a:r>
            <a:endParaRPr lang="en-US" dirty="0"/>
          </a:p>
          <a:p>
            <a:pPr lvl="0"/>
            <a:endParaRPr lang="en-US" dirty="0"/>
          </a:p>
          <a:p>
            <a:endParaRPr lang="en-US" dirty="0"/>
          </a:p>
          <a:p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156766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" grpId="0" animBg="1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0" y="353444"/>
            <a:ext cx="924393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CDM,PDM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A diagram of a computer flowchart&#10;&#10;Description automatically generated">
            <a:extLst>
              <a:ext uri="{FF2B5EF4-FFF2-40B4-BE49-F238E27FC236}">
                <a16:creationId xmlns:a16="http://schemas.microsoft.com/office/drawing/2014/main" id="{479D7052-C007-C791-CAF1-669D79020F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4123" y="1774600"/>
            <a:ext cx="9758597" cy="449128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83368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0" y="353444"/>
            <a:ext cx="924393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CDM,PDM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 descr="A diagram of a computer&#10;&#10;Description automatically generated">
            <a:extLst>
              <a:ext uri="{FF2B5EF4-FFF2-40B4-BE49-F238E27FC236}">
                <a16:creationId xmlns:a16="http://schemas.microsoft.com/office/drawing/2014/main" id="{FD29C2F0-9995-AD25-E041-4D47C6612E6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448" y="1280386"/>
            <a:ext cx="10927829" cy="539773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26812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1" y="353444"/>
            <a:ext cx="7333672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IV:Mô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tả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cách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vé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xe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0DF71-75ED-569A-0A30-31D95D0DAD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320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794328" y="639771"/>
            <a:ext cx="7703128" cy="424731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Muốn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đi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du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lịch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đặt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xe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liên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hệ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nhóm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QB_TTH_KH</a:t>
            </a:r>
          </a:p>
          <a:p>
            <a:pPr algn="ctr"/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Cảm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ơn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các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bạn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đã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lắng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nghe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!!!</a:t>
            </a:r>
            <a:endParaRPr lang="en-US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pic>
        <p:nvPicPr>
          <p:cNvPr id="3" name="Graphic 2" descr="Angel face outline outline">
            <a:extLst>
              <a:ext uri="{FF2B5EF4-FFF2-40B4-BE49-F238E27FC236}">
                <a16:creationId xmlns:a16="http://schemas.microsoft.com/office/drawing/2014/main" id="{62AB0718-96B6-FC28-60CD-646C9657DD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7889" y="4114800"/>
            <a:ext cx="3336758" cy="2743200"/>
          </a:xfrm>
          <a:prstGeom prst="rect">
            <a:avLst/>
          </a:prstGeom>
        </p:spPr>
      </p:pic>
      <p:pic>
        <p:nvPicPr>
          <p:cNvPr id="5" name="Graphic 4" descr="Funny face outline outline">
            <a:extLst>
              <a:ext uri="{FF2B5EF4-FFF2-40B4-BE49-F238E27FC236}">
                <a16:creationId xmlns:a16="http://schemas.microsoft.com/office/drawing/2014/main" id="{C28F0BE4-B2F2-9C22-345F-88A20607EA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09874" y="230622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15768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443</TotalTime>
  <Words>297</Words>
  <Application>Microsoft Office PowerPoint</Application>
  <PresentationFormat>Widescreen</PresentationFormat>
  <Paragraphs>30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Times New Roman</vt:lpstr>
      <vt:lpstr>Trebuchet MS</vt:lpstr>
      <vt:lpstr>Wingdings 3</vt:lpstr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FNU LNU</cp:lastModifiedBy>
  <cp:revision>47</cp:revision>
  <dcterms:created xsi:type="dcterms:W3CDTF">2023-12-05T15:08:48Z</dcterms:created>
  <dcterms:modified xsi:type="dcterms:W3CDTF">2024-05-21T19:26:13Z</dcterms:modified>
</cp:coreProperties>
</file>