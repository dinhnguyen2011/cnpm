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77" r:id="rId4"/>
    <p:sldId id="279" r:id="rId5"/>
    <p:sldId id="276" r:id="rId6"/>
    <p:sldId id="275" r:id="rId7"/>
    <p:sldId id="274" r:id="rId8"/>
    <p:sldId id="273" r:id="rId9"/>
    <p:sldId id="272" r:id="rId10"/>
    <p:sldId id="271" r:id="rId11"/>
    <p:sldId id="269" r:id="rId12"/>
    <p:sldId id="270" r:id="rId13"/>
    <p:sldId id="262" r:id="rId14"/>
    <p:sldId id="261" r:id="rId15"/>
    <p:sldId id="278" r:id="rId16"/>
    <p:sldId id="259" r:id="rId17"/>
    <p:sldId id="258" r:id="rId18"/>
    <p:sldId id="260" r:id="rId19"/>
    <p:sldId id="268" r:id="rId20"/>
    <p:sldId id="267" r:id="rId21"/>
    <p:sldId id="266" r:id="rId22"/>
    <p:sldId id="265" r:id="rId23"/>
    <p:sldId id="264" r:id="rId24"/>
    <p:sldId id="263" r:id="rId25"/>
    <p:sldId id="25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13756-0F33-8BB1-D087-97184FE58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7C1496-95CE-1981-DCA4-A44A39E38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724FA-335D-DEA2-DC29-35AD38E46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6C016-B781-48CD-AE40-862DD349F966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14738-712F-D591-8F71-2BC7F7B17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0896A-C07B-43EC-335B-2DCD4ADF8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B745-C68D-4261-BC9A-BD34E4710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91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49639-6AFD-8614-E8D7-D7AD2F4FB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C557B-535B-6824-218D-F5C317F90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C3245-A210-4E88-5CC1-9DEEF2AAF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6C016-B781-48CD-AE40-862DD349F966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DCB4B-6B26-539A-0836-6DC94072A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DD24F-E433-3585-4BED-4478EE756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B745-C68D-4261-BC9A-BD34E4710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258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D3217-6904-3A63-5895-5489B9BAE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C0ACB-8804-7709-5ED7-014BC204A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CB740-7A8F-DA03-9CD9-5915F8C67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6C016-B781-48CD-AE40-862DD349F966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7F576-E095-FFB5-EB38-BEB25F35E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266D4-86B5-39B3-837C-B2D7A9EC6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B745-C68D-4261-BC9A-BD34E4710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809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C7132-FEFB-9819-A268-3AD81244F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35EB6-0863-86D7-2AB9-B9B8924A1E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44FFD-E939-0F24-7D8E-7BE9CB638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43CBC-68A8-F528-B481-964BD0C42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6C016-B781-48CD-AE40-862DD349F966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C276D9-CDA9-96D9-764E-F5F2B0E32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96A94F-4CD7-4AAB-C911-3FA4FBF42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B745-C68D-4261-BC9A-BD34E4710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79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B513E-36F9-6596-58B7-6DFD9CA5D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AB20B-FA71-7064-8829-63849CED8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0ACAF-8869-2CDC-8E04-75BBE1618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873EC0-B02F-809A-1945-4E820C8DC1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291FE-D6D2-5F9C-3A4C-D9BF12A87B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102118-7D04-BBD3-BA7A-BDC2A6D36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6C016-B781-48CD-AE40-862DD349F966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A391DD-AC4B-770B-4DB7-E1DCA5D8C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0196D2-FA6E-8260-3E57-2113A69A9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B745-C68D-4261-BC9A-BD34E4710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303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46CD0-DDAF-7279-8FC4-5FC5A8478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FA32A5-5FD0-3B41-BC2D-6E0324D79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6C016-B781-48CD-AE40-862DD349F966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39011-B3A3-7984-1DD5-5C733FC9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39C520-993D-4D58-29C0-EFA2CAA7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B745-C68D-4261-BC9A-BD34E4710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425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AE2D1E-B08B-D8C4-E70B-50386C02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6C016-B781-48CD-AE40-862DD349F966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CF60A3-F431-3797-0101-6BFACEDD5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F66AC-EDFF-16A8-34AC-8B7CA6158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B745-C68D-4261-BC9A-BD34E4710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863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0291E-5161-69CF-309C-9993A78C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FD08F-C10A-2C6D-CDD5-6AA5DBB14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2A02E9-9860-1D69-E558-567A12D29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3F7EC-4ED0-DE3F-A08B-8E0651955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6C016-B781-48CD-AE40-862DD349F966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6AFCF5-FC0A-E4B0-81AF-236048B51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644D0-D061-7851-3C6E-B76001FC9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B745-C68D-4261-BC9A-BD34E4710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6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EB0A4-6851-11A3-34DC-E1BAACE94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60BCE5-549D-9819-1DE8-7DAD92D9C0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5B412-FFD8-CC58-965D-D84963605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763C5-B774-7E52-FDB9-6F74B5766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6C016-B781-48CD-AE40-862DD349F966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52C2E-4213-ADCD-C582-0ADE3A535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00FE6-9A55-A8C0-AF38-226F9C85F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B745-C68D-4261-BC9A-BD34E4710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216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E370-D531-3DF4-8218-730CE6EEE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F68977-24AF-65BE-7382-9452EC516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D1437-94BA-23EC-C732-E7178AF83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6C016-B781-48CD-AE40-862DD349F966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6D086-0EEE-EBC6-CCE5-06D2FABC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D4590-85A3-AA39-A9D3-BA3E17620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B745-C68D-4261-BC9A-BD34E4710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728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66B0F4-6D59-7266-15A7-FC2321C8F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86DCFC-8916-AFEA-9C1F-DA0A684599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4FDFA-3A17-891F-D2C0-4E1457F7C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6C016-B781-48CD-AE40-862DD349F966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7D833-8ED6-22AE-0F70-8BE3124CC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34AB0-E166-7F01-7FA5-0A4D13226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B745-C68D-4261-BC9A-BD34E4710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02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08BDCD-3D8E-C978-95D3-042677B0B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CD439-AD4F-7E5A-4995-0B5B6A687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D7DC2-9B8B-5869-6A4E-F261B7A1E1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6C016-B781-48CD-AE40-862DD349F966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32F94-231F-8F4C-5E47-5E93FDB06C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D32B5-C0E4-A41C-C3ED-BD1869CCD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9B745-C68D-4261-BC9A-BD34E4710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011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4264B-29A8-F700-AAA3-B58013C98F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035EE1-2E2B-6722-FC33-5C7A52831B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AA6A79-24D4-F1C0-9E15-B7D0B08F5E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003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1F5DC-328D-28AB-6F09-6BF8D3C72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EB00C-E597-25E6-96AC-8834F0F59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3B7BAC-D512-A400-2D68-D8DA519FA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752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E2D9DC3-4897-5E41-08A1-F198420B5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09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6C61D0-86E6-E381-A2CC-ABD68D531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039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789DBFD-2669-2521-946F-68FE5B2C7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868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9DB6406-7D45-449E-4E1B-0896D5545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773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02DC4C9-374E-4199-E3BD-E98864F72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766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490867C7-2D67-CDC6-E4D0-8871CC9B3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522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DF27919-A8FC-63EF-5B4C-1C7A589A59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397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E74972A7-56BB-0CA3-30DC-BCEC16668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692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4F4476-BABD-30A2-DD8D-43E87C50F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160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3E8CE58-F9B3-8B74-AB8E-D08C77194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577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AC60F4E7-CB65-4BD2-0EC7-FE8BB2CDC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496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5E7C558D-61BC-E8B2-BA32-D05669C68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24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C4723DD6-60FC-996F-3943-0A9DBDBA0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052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0F7F67FA-EF36-C123-E5EB-4FA4E7423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016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id="{83CD1E01-30E9-D3F8-A1AE-DAEE8D99EC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829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300822-A822-4F1F-4238-C8F56BE65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090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32194E-24C3-1D51-0925-B4D6D26477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391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60BF4024-B600-689F-0FF5-3147423E4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966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6CAA907C-4214-5950-619D-1CE08DC45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3032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C0E7FD0E-96F8-889F-78D0-3A6C76A66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542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B1C1567E-E89B-18B3-D6E9-24E2FAFFF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003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62B9F7FD-6111-AEF8-A138-02CEBA7E9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6538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03BAF371-E8D3-3175-3E46-B99AA6A0F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257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Widescreen</PresentationFormat>
  <Paragraphs>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Truong Phat</dc:creator>
  <cp:lastModifiedBy>Truong Phat</cp:lastModifiedBy>
  <cp:revision>3</cp:revision>
  <dcterms:created xsi:type="dcterms:W3CDTF">2024-05-24T21:11:56Z</dcterms:created>
  <dcterms:modified xsi:type="dcterms:W3CDTF">2024-05-24T21:38:16Z</dcterms:modified>
</cp:coreProperties>
</file>