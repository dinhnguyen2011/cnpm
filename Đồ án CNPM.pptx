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1"/>
  </p:sldMasterIdLst>
  <p:notesMasterIdLst>
    <p:notesMasterId r:id="rId22"/>
  </p:notesMasterIdLst>
  <p:sldIdLst>
    <p:sldId id="256" r:id="rId2"/>
    <p:sldId id="283" r:id="rId3"/>
    <p:sldId id="284" r:id="rId4"/>
    <p:sldId id="285" r:id="rId5"/>
    <p:sldId id="286" r:id="rId6"/>
    <p:sldId id="280" r:id="rId7"/>
    <p:sldId id="282" r:id="rId8"/>
    <p:sldId id="287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295" r:id="rId17"/>
    <p:sldId id="296" r:id="rId18"/>
    <p:sldId id="297" r:id="rId19"/>
    <p:sldId id="298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86965" autoAdjust="0"/>
  </p:normalViewPr>
  <p:slideViewPr>
    <p:cSldViewPr snapToGrid="0">
      <p:cViewPr varScale="1">
        <p:scale>
          <a:sx n="65" d="100"/>
          <a:sy n="65" d="100"/>
        </p:scale>
        <p:origin x="98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009D2-C9D8-4945-B470-E61900D87D65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E269C-331D-4D4A-86B1-762EFD9D9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615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E269C-331D-4D4A-86B1-762EFD9D948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345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3125-3DB6-4BB9-8326-F0320FE2AE48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AA7E4-4E56-4F2B-A22E-7E0A3F413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791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3125-3DB6-4BB9-8326-F0320FE2AE48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AA7E4-4E56-4F2B-A22E-7E0A3F413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195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3125-3DB6-4BB9-8326-F0320FE2AE48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AA7E4-4E56-4F2B-A22E-7E0A3F413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103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3125-3DB6-4BB9-8326-F0320FE2AE48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AA7E4-4E56-4F2B-A22E-7E0A3F413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84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3125-3DB6-4BB9-8326-F0320FE2AE48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AA7E4-4E56-4F2B-A22E-7E0A3F413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159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3125-3DB6-4BB9-8326-F0320FE2AE48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AA7E4-4E56-4F2B-A22E-7E0A3F413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418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3125-3DB6-4BB9-8326-F0320FE2AE48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AA7E4-4E56-4F2B-A22E-7E0A3F413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903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3125-3DB6-4BB9-8326-F0320FE2AE48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AA7E4-4E56-4F2B-A22E-7E0A3F413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404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3125-3DB6-4BB9-8326-F0320FE2AE48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AA7E4-4E56-4F2B-A22E-7E0A3F413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01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3125-3DB6-4BB9-8326-F0320FE2AE48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AA7E4-4E56-4F2B-A22E-7E0A3F413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671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3125-3DB6-4BB9-8326-F0320FE2AE48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AA7E4-4E56-4F2B-A22E-7E0A3F41305B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46585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3125-3DB6-4BB9-8326-F0320FE2AE48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AA7E4-4E56-4F2B-A22E-7E0A3F413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1513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3125-3DB6-4BB9-8326-F0320FE2AE48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AA7E4-4E56-4F2B-A22E-7E0A3F41305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367525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3125-3DB6-4BB9-8326-F0320FE2AE48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AA7E4-4E56-4F2B-A22E-7E0A3F413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4660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3125-3DB6-4BB9-8326-F0320FE2AE48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AA7E4-4E56-4F2B-A22E-7E0A3F413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2522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3125-3DB6-4BB9-8326-F0320FE2AE48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AA7E4-4E56-4F2B-A22E-7E0A3F413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03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B53125-3DB6-4BB9-8326-F0320FE2AE48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65AA7E4-4E56-4F2B-A22E-7E0A3F413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737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3986" y="2646531"/>
            <a:ext cx="7465101" cy="3634868"/>
          </a:xfrm>
        </p:spPr>
        <p:txBody>
          <a:bodyPr>
            <a:noAutofit/>
          </a:bodyPr>
          <a:lstStyle/>
          <a:p>
            <a:pPr algn="l"/>
            <a:r>
              <a:rPr lang="en-US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GV: </a:t>
            </a:r>
            <a:r>
              <a:rPr lang="en-US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Thầy</a:t>
            </a:r>
            <a:r>
              <a:rPr lang="en-US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Trần</a:t>
            </a:r>
            <a:r>
              <a:rPr lang="en-US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Thanh </a:t>
            </a:r>
            <a:r>
              <a:rPr lang="en-US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Nhã</a:t>
            </a:r>
            <a:endParaRPr lang="en-US" sz="25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 </a:t>
            </a:r>
            <a:r>
              <a:rPr lang="en-US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l"/>
            <a:r>
              <a:rPr lang="en-US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Đặng</a:t>
            </a:r>
            <a:r>
              <a:rPr lang="en-US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Minh </a:t>
            </a:r>
            <a:r>
              <a:rPr lang="en-US" sz="2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Nghĩa</a:t>
            </a:r>
            <a:r>
              <a:rPr lang="en-US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 </a:t>
            </a:r>
            <a:r>
              <a:rPr lang="en-US" b="1" dirty="0">
                <a:solidFill>
                  <a:schemeClr val="tx1"/>
                </a:solidFill>
              </a:rPr>
              <a:t>DH52111357</a:t>
            </a:r>
            <a:endParaRPr lang="en-US" sz="2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Chí </a:t>
            </a:r>
            <a:r>
              <a:rPr lang="en-US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Đức</a:t>
            </a:r>
            <a:r>
              <a:rPr lang="en-US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 </a:t>
            </a:r>
            <a:r>
              <a:rPr lang="en-US" b="1" dirty="0">
                <a:solidFill>
                  <a:schemeClr val="tx1"/>
                </a:solidFill>
              </a:rPr>
              <a:t>DH52110821</a:t>
            </a:r>
            <a:endParaRPr lang="en-US" sz="2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Ái</a:t>
            </a:r>
            <a:r>
              <a:rPr lang="en-US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Thiềm</a:t>
            </a:r>
            <a:r>
              <a:rPr lang="en-US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/>
              <a:t>– </a:t>
            </a:r>
            <a:r>
              <a:rPr lang="en-US" b="1" dirty="0">
                <a:solidFill>
                  <a:schemeClr val="tx1"/>
                </a:solidFill>
              </a:rPr>
              <a:t>DH52110805</a:t>
            </a:r>
            <a:endParaRPr lang="en-US" sz="2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Trương</a:t>
            </a:r>
            <a:r>
              <a:rPr lang="en-US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Quang Phát-</a:t>
            </a:r>
            <a:r>
              <a:rPr lang="en-US" b="1" dirty="0">
                <a:solidFill>
                  <a:schemeClr val="tx1"/>
                </a:solidFill>
              </a:rPr>
              <a:t>DH52111481</a:t>
            </a:r>
          </a:p>
          <a:p>
            <a:pPr algn="l"/>
            <a:endParaRPr lang="en-US" sz="25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D21_TH09 </a:t>
            </a:r>
            <a:endParaRPr lang="en-US" sz="25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342147" y="213185"/>
            <a:ext cx="6812388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endParaRPr lang="en-US" sz="30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Môn </a:t>
            </a:r>
            <a:r>
              <a:rPr lang="en-US" sz="30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3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30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3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endParaRPr lang="en-US" sz="30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1F1F14-C2DA-6E3F-39BD-4CBE7E51E5F1}"/>
              </a:ext>
            </a:extLst>
          </p:cNvPr>
          <p:cNvSpPr/>
          <p:nvPr/>
        </p:nvSpPr>
        <p:spPr>
          <a:xfrm>
            <a:off x="1883987" y="1228848"/>
            <a:ext cx="7465101" cy="127085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5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Đồ</a:t>
            </a:r>
            <a:r>
              <a:rPr lang="en-US" sz="25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5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án</a:t>
            </a:r>
            <a:r>
              <a:rPr lang="en-US" sz="25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5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Quản</a:t>
            </a:r>
            <a:r>
              <a:rPr lang="en-US" sz="25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5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lý</a:t>
            </a:r>
            <a:r>
              <a:rPr lang="en-US" sz="25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5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bán</a:t>
            </a:r>
            <a:r>
              <a:rPr lang="en-US" sz="25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5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vé</a:t>
            </a:r>
            <a:r>
              <a:rPr lang="en-US" sz="25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5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xe</a:t>
            </a:r>
            <a:endParaRPr lang="en-US" sz="25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497061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/>
      <p:bldP spid="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264208" y="512134"/>
            <a:ext cx="6890327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endParaRPr lang="en-US" sz="40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4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I. </a:t>
            </a:r>
            <a:r>
              <a:rPr lang="en-US" sz="400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sz="4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US" sz="4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4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4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4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endParaRPr lang="en-US" sz="40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1F1F14-C2DA-6E3F-39BD-4CBE7E51E5F1}"/>
              </a:ext>
            </a:extLst>
          </p:cNvPr>
          <p:cNvSpPr/>
          <p:nvPr/>
        </p:nvSpPr>
        <p:spPr>
          <a:xfrm>
            <a:off x="1840351" y="2164914"/>
            <a:ext cx="7465101" cy="303667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rebuchet MS (Body)"/>
                <a:cs typeface="Times New Roman" panose="02020603050405020304" pitchFamily="18" charset="0"/>
              </a:rPr>
              <a:t>Ứng</a:t>
            </a:r>
            <a:r>
              <a:rPr lang="en-US" dirty="0">
                <a:solidFill>
                  <a:srgbClr val="FF0000"/>
                </a:solidFill>
                <a:latin typeface="Trebuchet MS (Body)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rebuchet MS (Body)"/>
                <a:cs typeface="Times New Roman" panose="02020603050405020304" pitchFamily="18" charset="0"/>
              </a:rPr>
              <a:t>dụng</a:t>
            </a:r>
            <a:r>
              <a:rPr lang="en-US" dirty="0">
                <a:solidFill>
                  <a:srgbClr val="FF0000"/>
                </a:solidFill>
                <a:latin typeface="Trebuchet MS (Body)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rebuchet MS (Body)"/>
                <a:cs typeface="Times New Roman" panose="02020603050405020304" pitchFamily="18" charset="0"/>
              </a:rPr>
              <a:t>bán</a:t>
            </a:r>
            <a:r>
              <a:rPr lang="en-US" dirty="0">
                <a:solidFill>
                  <a:srgbClr val="FF0000"/>
                </a:solidFill>
                <a:latin typeface="Trebuchet MS (Body)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rebuchet MS (Body)"/>
                <a:cs typeface="Times New Roman" panose="02020603050405020304" pitchFamily="18" charset="0"/>
              </a:rPr>
              <a:t>vé</a:t>
            </a:r>
            <a:r>
              <a:rPr lang="en-US" dirty="0">
                <a:solidFill>
                  <a:srgbClr val="FF0000"/>
                </a:solidFill>
                <a:latin typeface="Trebuchet MS (Body)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rebuchet MS (Body)"/>
                <a:cs typeface="Times New Roman" panose="02020603050405020304" pitchFamily="18" charset="0"/>
              </a:rPr>
              <a:t>xe</a:t>
            </a:r>
            <a:r>
              <a:rPr lang="en-US" dirty="0">
                <a:solidFill>
                  <a:srgbClr val="FF0000"/>
                </a:solidFill>
                <a:latin typeface="Trebuchet MS (Body)"/>
                <a:cs typeface="Times New Roman" panose="02020603050405020304" pitchFamily="18" charset="0"/>
              </a:rPr>
              <a:t>:  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r>
              <a:rPr lang="en-US" dirty="0"/>
              <a:t>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dung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tiện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vé</a:t>
            </a:r>
            <a:r>
              <a:rPr lang="en-US" dirty="0"/>
              <a:t> </a:t>
            </a:r>
            <a:r>
              <a:rPr lang="en-US" dirty="0" err="1"/>
              <a:t>xe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nơi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muốn,giúp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vé</a:t>
            </a:r>
            <a:r>
              <a:rPr lang="en-US" dirty="0"/>
              <a:t> </a:t>
            </a:r>
            <a:r>
              <a:rPr lang="en-US" dirty="0" err="1"/>
              <a:t>xe,giúp</a:t>
            </a:r>
            <a:r>
              <a:rPr lang="en-US" dirty="0"/>
              <a:t> admin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tuyến</a:t>
            </a:r>
            <a:r>
              <a:rPr lang="en-US" dirty="0"/>
              <a:t> </a:t>
            </a:r>
            <a:r>
              <a:rPr lang="en-US" dirty="0" err="1"/>
              <a:t>xe,chuyến</a:t>
            </a:r>
            <a:r>
              <a:rPr lang="en-US" dirty="0"/>
              <a:t> </a:t>
            </a:r>
            <a:r>
              <a:rPr lang="en-US" dirty="0" err="1"/>
              <a:t>xe</a:t>
            </a:r>
            <a:r>
              <a:rPr lang="en-US" dirty="0"/>
              <a:t>,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,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xe,quản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viên,một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r>
              <a:rPr lang="en-US" dirty="0"/>
              <a:t>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dung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tiện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vé</a:t>
            </a:r>
            <a:r>
              <a:rPr lang="en-US" dirty="0"/>
              <a:t> </a:t>
            </a:r>
            <a:r>
              <a:rPr lang="en-US" dirty="0" err="1"/>
              <a:t>xe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nơi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muốn,giúp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vé</a:t>
            </a:r>
            <a:r>
              <a:rPr lang="en-US" dirty="0"/>
              <a:t> </a:t>
            </a:r>
            <a:r>
              <a:rPr lang="en-US" dirty="0" err="1"/>
              <a:t>xe,giúp</a:t>
            </a:r>
            <a:r>
              <a:rPr lang="en-US" dirty="0"/>
              <a:t> admin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tuyến</a:t>
            </a:r>
            <a:r>
              <a:rPr lang="en-US" dirty="0"/>
              <a:t> </a:t>
            </a:r>
            <a:r>
              <a:rPr lang="en-US" dirty="0" err="1"/>
              <a:t>xe,chuyến</a:t>
            </a:r>
            <a:r>
              <a:rPr lang="en-US" dirty="0"/>
              <a:t> </a:t>
            </a:r>
            <a:r>
              <a:rPr lang="en-US" dirty="0" err="1"/>
              <a:t>xe</a:t>
            </a:r>
            <a:r>
              <a:rPr lang="en-US" dirty="0"/>
              <a:t>,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,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xe,quản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endParaRPr lang="en-US" dirty="0"/>
          </a:p>
          <a:p>
            <a:pPr lvl="0"/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807657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264208" y="497144"/>
            <a:ext cx="6890327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II.Quản</a:t>
            </a:r>
            <a:r>
              <a:rPr lang="en-US" sz="4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Lý </a:t>
            </a:r>
            <a:r>
              <a:rPr lang="en-US" sz="400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4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endParaRPr lang="en-US" sz="40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268D86-3D9C-A439-3355-BAFD3C8E3493}"/>
              </a:ext>
            </a:extLst>
          </p:cNvPr>
          <p:cNvSpPr/>
          <p:nvPr/>
        </p:nvSpPr>
        <p:spPr>
          <a:xfrm>
            <a:off x="1976820" y="1973179"/>
            <a:ext cx="7465101" cy="42351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5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Ước</a:t>
            </a:r>
            <a:r>
              <a:rPr lang="en-US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gian:</a:t>
            </a:r>
            <a:r>
              <a:rPr lang="en-US" sz="2500" dirty="0"/>
              <a:t>8 </a:t>
            </a:r>
            <a:r>
              <a:rPr lang="en-US" sz="2500" dirty="0" err="1"/>
              <a:t>tuần</a:t>
            </a:r>
            <a:r>
              <a:rPr lang="en-US" sz="2500" dirty="0"/>
              <a:t> </a:t>
            </a:r>
            <a:r>
              <a:rPr lang="en-US" sz="2500" dirty="0" err="1"/>
              <a:t>kể</a:t>
            </a:r>
            <a:r>
              <a:rPr lang="en-US" sz="2500" dirty="0"/>
              <a:t> </a:t>
            </a:r>
            <a:r>
              <a:rPr lang="en-US" sz="2500" dirty="0" err="1"/>
              <a:t>từ</a:t>
            </a:r>
            <a:r>
              <a:rPr lang="en-US" sz="2500" dirty="0"/>
              <a:t> </a:t>
            </a:r>
            <a:r>
              <a:rPr lang="en-US" sz="2500" dirty="0" err="1"/>
              <a:t>khi</a:t>
            </a:r>
            <a:r>
              <a:rPr lang="en-US" sz="2500" dirty="0"/>
              <a:t> </a:t>
            </a:r>
            <a:r>
              <a:rPr lang="en-US" sz="2500" dirty="0" err="1"/>
              <a:t>thầy</a:t>
            </a:r>
            <a:r>
              <a:rPr lang="en-US" sz="2500" dirty="0"/>
              <a:t> </a:t>
            </a:r>
            <a:r>
              <a:rPr lang="en-US" sz="2500" dirty="0" err="1"/>
              <a:t>giao</a:t>
            </a:r>
            <a:r>
              <a:rPr lang="en-US" sz="2500" dirty="0"/>
              <a:t> </a:t>
            </a:r>
            <a:r>
              <a:rPr lang="en-US" sz="2500" dirty="0" err="1"/>
              <a:t>đồ</a:t>
            </a:r>
            <a:r>
              <a:rPr lang="en-US" sz="2500" dirty="0"/>
              <a:t> </a:t>
            </a:r>
            <a:r>
              <a:rPr lang="en-US" sz="2500" dirty="0" err="1"/>
              <a:t>án</a:t>
            </a:r>
            <a:r>
              <a:rPr lang="en-US" sz="2500" dirty="0"/>
              <a:t> </a:t>
            </a:r>
          </a:p>
          <a:p>
            <a:endParaRPr lang="en-US" sz="2500" dirty="0"/>
          </a:p>
          <a:p>
            <a:r>
              <a:rPr lang="en-US" sz="2500" dirty="0" err="1"/>
              <a:t>Ước</a:t>
            </a:r>
            <a:r>
              <a:rPr lang="en-US" sz="2500" dirty="0"/>
              <a:t> </a:t>
            </a:r>
            <a:r>
              <a:rPr lang="en-US" sz="2500" dirty="0" err="1"/>
              <a:t>lượng</a:t>
            </a:r>
            <a:r>
              <a:rPr lang="en-US" sz="2500" dirty="0"/>
              <a:t> chi </a:t>
            </a:r>
            <a:r>
              <a:rPr lang="en-US" sz="2500" dirty="0" err="1"/>
              <a:t>phí</a:t>
            </a:r>
            <a:r>
              <a:rPr lang="en-US" sz="2500" dirty="0"/>
              <a:t>:*************VNĐ</a:t>
            </a:r>
          </a:p>
          <a:p>
            <a:r>
              <a:rPr lang="en-US" sz="2500" dirty="0" err="1"/>
              <a:t>Ước</a:t>
            </a:r>
            <a:r>
              <a:rPr lang="en-US" sz="2500" dirty="0"/>
              <a:t> </a:t>
            </a:r>
            <a:r>
              <a:rPr lang="en-US" sz="2500" dirty="0" err="1"/>
              <a:t>lượng</a:t>
            </a:r>
            <a:r>
              <a:rPr lang="en-US" sz="2500" dirty="0"/>
              <a:t> </a:t>
            </a:r>
            <a:r>
              <a:rPr lang="en-US" sz="2500" dirty="0" err="1"/>
              <a:t>người</a:t>
            </a:r>
            <a:r>
              <a:rPr lang="en-US" sz="2500" dirty="0"/>
              <a:t> </a:t>
            </a:r>
            <a:r>
              <a:rPr lang="en-US" sz="2500" dirty="0" err="1"/>
              <a:t>tham</a:t>
            </a:r>
            <a:r>
              <a:rPr lang="en-US" sz="2500" dirty="0"/>
              <a:t> </a:t>
            </a:r>
            <a:r>
              <a:rPr lang="en-US" sz="2500" dirty="0" err="1"/>
              <a:t>gia</a:t>
            </a:r>
            <a:r>
              <a:rPr lang="en-US" sz="2500" dirty="0"/>
              <a:t>: 4 </a:t>
            </a:r>
            <a:r>
              <a:rPr lang="en-US" sz="2500" dirty="0" err="1"/>
              <a:t>thành</a:t>
            </a:r>
            <a:r>
              <a:rPr lang="en-US" sz="2500" dirty="0"/>
              <a:t> </a:t>
            </a:r>
            <a:r>
              <a:rPr lang="en-US" sz="2500" dirty="0" err="1"/>
              <a:t>viên</a:t>
            </a:r>
            <a:r>
              <a:rPr lang="en-US" sz="2500" dirty="0"/>
              <a:t> </a:t>
            </a:r>
          </a:p>
          <a:p>
            <a:r>
              <a:rPr lang="en-US" sz="2500" dirty="0" err="1"/>
              <a:t>Đặng</a:t>
            </a:r>
            <a:r>
              <a:rPr lang="en-US" sz="2500" dirty="0"/>
              <a:t> Minh </a:t>
            </a:r>
            <a:r>
              <a:rPr lang="en-US" sz="2500" dirty="0" err="1"/>
              <a:t>Nghĩa,Nguyễn</a:t>
            </a:r>
            <a:r>
              <a:rPr lang="en-US" sz="2500" dirty="0"/>
              <a:t> Chí </a:t>
            </a:r>
            <a:r>
              <a:rPr lang="en-US" sz="2500" dirty="0" err="1"/>
              <a:t>Đức</a:t>
            </a:r>
            <a:r>
              <a:rPr lang="en-US" sz="2500" dirty="0"/>
              <a:t>, </a:t>
            </a:r>
            <a:r>
              <a:rPr lang="en-US" sz="2500" dirty="0" err="1"/>
              <a:t>Nguyễn</a:t>
            </a:r>
            <a:r>
              <a:rPr lang="en-US" sz="2500" dirty="0"/>
              <a:t> </a:t>
            </a:r>
            <a:r>
              <a:rPr lang="en-US" sz="2500" dirty="0" err="1"/>
              <a:t>Ái</a:t>
            </a:r>
            <a:r>
              <a:rPr lang="en-US" sz="2500" dirty="0"/>
              <a:t> </a:t>
            </a:r>
            <a:r>
              <a:rPr lang="en-US" sz="2500" dirty="0" err="1"/>
              <a:t>Thiềm</a:t>
            </a:r>
            <a:r>
              <a:rPr lang="en-US" sz="2500" dirty="0"/>
              <a:t> </a:t>
            </a:r>
            <a:r>
              <a:rPr lang="en-US" sz="2500" dirty="0" err="1"/>
              <a:t>Định,Trương</a:t>
            </a:r>
            <a:r>
              <a:rPr lang="en-US" sz="2500" dirty="0"/>
              <a:t> Quang </a:t>
            </a:r>
            <a:r>
              <a:rPr lang="en-US" sz="2500" dirty="0" err="1"/>
              <a:t>Phát</a:t>
            </a:r>
            <a:r>
              <a:rPr lang="en-US" sz="25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0342220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264208" y="512134"/>
            <a:ext cx="6890327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III.Phân</a:t>
            </a:r>
            <a:r>
              <a:rPr lang="en-US" sz="4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4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4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4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4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endParaRPr lang="en-US" sz="40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1F1F14-C2DA-6E3F-39BD-4CBE7E51E5F1}"/>
              </a:ext>
            </a:extLst>
          </p:cNvPr>
          <p:cNvSpPr/>
          <p:nvPr/>
        </p:nvSpPr>
        <p:spPr>
          <a:xfrm>
            <a:off x="1900311" y="1457028"/>
            <a:ext cx="7465101" cy="16126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endParaRPr lang="en-US" dirty="0"/>
          </a:p>
          <a:p>
            <a:pPr lvl="0"/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EB0018-2344-A730-BF19-64AE14FE545D}"/>
              </a:ext>
            </a:extLst>
          </p:cNvPr>
          <p:cNvSpPr/>
          <p:nvPr/>
        </p:nvSpPr>
        <p:spPr>
          <a:xfrm>
            <a:off x="1900311" y="3306643"/>
            <a:ext cx="7465101" cy="16126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Sơ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CDM,PDM:</a:t>
            </a:r>
            <a:endParaRPr lang="en-US" dirty="0"/>
          </a:p>
          <a:p>
            <a:pPr lvl="0"/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156766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 animBg="1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19200" y="353444"/>
            <a:ext cx="9243933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Sơ</a:t>
            </a:r>
            <a:r>
              <a:rPr lang="en-US" sz="4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4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CDM,PDM</a:t>
            </a:r>
            <a:endParaRPr lang="en-US" sz="40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2ED19F-34A0-C253-3E1D-66045A526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558" y="1468064"/>
            <a:ext cx="8971217" cy="503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368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19200" y="353444"/>
            <a:ext cx="9243933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Sơ</a:t>
            </a:r>
            <a:r>
              <a:rPr lang="en-US" sz="4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4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CDM,PDM</a:t>
            </a:r>
            <a:endParaRPr lang="en-US" sz="40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F9FA50-96F1-CB81-CFA3-EBF512BE1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27746"/>
            <a:ext cx="9243933" cy="5076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812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19201" y="353444"/>
            <a:ext cx="733367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IV:Mô</a:t>
            </a:r>
            <a:r>
              <a:rPr lang="en-US" sz="4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4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4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4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4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4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vé</a:t>
            </a:r>
            <a:r>
              <a:rPr lang="en-US" sz="4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xe</a:t>
            </a:r>
            <a:endParaRPr lang="en-US" sz="40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DA77D723-ABDF-8E59-12DA-4E0D3665D6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5433" y="1379621"/>
            <a:ext cx="9769640" cy="4876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320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19201" y="278693"/>
            <a:ext cx="733367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 : FORM ỨNG DỤNG</a:t>
            </a:r>
            <a:endParaRPr lang="en-US" sz="40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 descr="A screenshot of a login page&#10;&#10;Description automatically generated">
            <a:extLst>
              <a:ext uri="{FF2B5EF4-FFF2-40B4-BE49-F238E27FC236}">
                <a16:creationId xmlns:a16="http://schemas.microsoft.com/office/drawing/2014/main" id="{074B9104-DE15-4D0D-D447-2563D1509A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168" y="2160588"/>
            <a:ext cx="6903701" cy="38814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DC3E2F0-DDE7-27D4-D616-E6FA31242FBC}"/>
              </a:ext>
            </a:extLst>
          </p:cNvPr>
          <p:cNvSpPr txBox="1"/>
          <p:nvPr/>
        </p:nvSpPr>
        <p:spPr>
          <a:xfrm>
            <a:off x="2037347" y="1411705"/>
            <a:ext cx="547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FORM ĐĂNG NHẬP</a:t>
            </a:r>
          </a:p>
        </p:txBody>
      </p:sp>
    </p:spTree>
    <p:extLst>
      <p:ext uri="{BB962C8B-B14F-4D97-AF65-F5344CB8AC3E}">
        <p14:creationId xmlns:p14="http://schemas.microsoft.com/office/powerpoint/2010/main" val="726495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19201" y="278693"/>
            <a:ext cx="733367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 : FORM ỨNG DỤNG</a:t>
            </a:r>
            <a:endParaRPr lang="en-US" sz="40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C3E2F0-DDE7-27D4-D616-E6FA31242FBC}"/>
              </a:ext>
            </a:extLst>
          </p:cNvPr>
          <p:cNvSpPr txBox="1"/>
          <p:nvPr/>
        </p:nvSpPr>
        <p:spPr>
          <a:xfrm>
            <a:off x="2037347" y="1411705"/>
            <a:ext cx="547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FORM TRANG CHỦ</a:t>
            </a:r>
          </a:p>
        </p:txBody>
      </p:sp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47845A03-9A28-04FB-2D07-AE2DA4D5FC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168" y="2160588"/>
            <a:ext cx="6903701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202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19201" y="278693"/>
            <a:ext cx="733367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 : FORM ỨNG DỤNG</a:t>
            </a:r>
            <a:endParaRPr lang="en-US" sz="40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C3E2F0-DDE7-27D4-D616-E6FA31242FBC}"/>
              </a:ext>
            </a:extLst>
          </p:cNvPr>
          <p:cNvSpPr txBox="1"/>
          <p:nvPr/>
        </p:nvSpPr>
        <p:spPr>
          <a:xfrm>
            <a:off x="2037347" y="1411705"/>
            <a:ext cx="547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FORM CHỌN VÉ CHO KHÁCH HÀNG</a:t>
            </a:r>
          </a:p>
        </p:txBody>
      </p:sp>
      <p:pic>
        <p:nvPicPr>
          <p:cNvPr id="6" name="Content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40ADCEF1-2114-42B8-1EA2-46F61DCD7F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168" y="2160588"/>
            <a:ext cx="6903701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842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19201" y="278693"/>
            <a:ext cx="733367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 : FORM ỨNG DỤNG</a:t>
            </a:r>
            <a:endParaRPr lang="en-US" sz="40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C3E2F0-DDE7-27D4-D616-E6FA31242FBC}"/>
              </a:ext>
            </a:extLst>
          </p:cNvPr>
          <p:cNvSpPr txBox="1"/>
          <p:nvPr/>
        </p:nvSpPr>
        <p:spPr>
          <a:xfrm>
            <a:off x="2037347" y="1411705"/>
            <a:ext cx="547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FORM THÔNG TIN KHÁCH HÀNG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F24AA-04E4-94DE-7F31-A41227ED1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D21BF7BE-C3F7-7B92-0F04-539574D65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498" y="2160589"/>
            <a:ext cx="8465503" cy="3880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875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19201" y="278693"/>
            <a:ext cx="733367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 : FORM ỨNG DỤNG</a:t>
            </a:r>
            <a:endParaRPr lang="en-US" sz="40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C3E2F0-DDE7-27D4-D616-E6FA31242FBC}"/>
              </a:ext>
            </a:extLst>
          </p:cNvPr>
          <p:cNvSpPr txBox="1"/>
          <p:nvPr/>
        </p:nvSpPr>
        <p:spPr>
          <a:xfrm>
            <a:off x="2037347" y="1459832"/>
            <a:ext cx="547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FORM THANH TOÁN CHO CHUYẾN ĐI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F24AA-04E4-94DE-7F31-A41227ED1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5B61274-B9AC-92EE-9B26-0D202E673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207794"/>
            <a:ext cx="8596667" cy="3880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328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19201" y="278693"/>
            <a:ext cx="733367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 : FORM ỨNG DỤNG</a:t>
            </a:r>
            <a:endParaRPr lang="en-US" sz="40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C3E2F0-DDE7-27D4-D616-E6FA31242FBC}"/>
              </a:ext>
            </a:extLst>
          </p:cNvPr>
          <p:cNvSpPr txBox="1"/>
          <p:nvPr/>
        </p:nvSpPr>
        <p:spPr>
          <a:xfrm>
            <a:off x="2053389" y="1459832"/>
            <a:ext cx="547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FORM KIỂM TRA VÉ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EF4D78B-1C47-39F3-A8BB-4B194F89C9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168" y="2160588"/>
            <a:ext cx="6903701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207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19201" y="278693"/>
            <a:ext cx="733367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 : FORM ỨNG DỤNG</a:t>
            </a:r>
            <a:endParaRPr lang="en-US" sz="40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C3E2F0-DDE7-27D4-D616-E6FA31242FBC}"/>
              </a:ext>
            </a:extLst>
          </p:cNvPr>
          <p:cNvSpPr txBox="1"/>
          <p:nvPr/>
        </p:nvSpPr>
        <p:spPr>
          <a:xfrm>
            <a:off x="2053389" y="1459832"/>
            <a:ext cx="547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FORM ĐĂNG KÍ TÀI KHOẢN CHO NHÂN VIÊN ĐẶT VÉ</a:t>
            </a:r>
          </a:p>
        </p:txBody>
      </p:sp>
      <p:pic>
        <p:nvPicPr>
          <p:cNvPr id="7" name="Content Placeholder 6" descr="A screenshot of a sign up form&#10;&#10;Description automatically generated">
            <a:extLst>
              <a:ext uri="{FF2B5EF4-FFF2-40B4-BE49-F238E27FC236}">
                <a16:creationId xmlns:a16="http://schemas.microsoft.com/office/drawing/2014/main" id="{CD3775D4-635A-332F-5F62-20E546EC72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168" y="2160588"/>
            <a:ext cx="6903701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241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19201" y="278693"/>
            <a:ext cx="733367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 : FORM ỨNG DỤNG</a:t>
            </a:r>
            <a:endParaRPr lang="en-US" sz="40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C3E2F0-DDE7-27D4-D616-E6FA31242FBC}"/>
              </a:ext>
            </a:extLst>
          </p:cNvPr>
          <p:cNvSpPr txBox="1"/>
          <p:nvPr/>
        </p:nvSpPr>
        <p:spPr>
          <a:xfrm>
            <a:off x="2080470" y="1459832"/>
            <a:ext cx="5416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FORM QUẢN LÝ NHÂN VIÊN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84244D7-2CEC-7B42-62F6-9B7185A092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7737" y="2482403"/>
            <a:ext cx="5756564" cy="32378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7019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19201" y="278693"/>
            <a:ext cx="733367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 : FORM ỨNG DỤNG</a:t>
            </a:r>
            <a:endParaRPr lang="en-US" sz="40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C3E2F0-DDE7-27D4-D616-E6FA31242FBC}"/>
              </a:ext>
            </a:extLst>
          </p:cNvPr>
          <p:cNvSpPr txBox="1"/>
          <p:nvPr/>
        </p:nvSpPr>
        <p:spPr>
          <a:xfrm>
            <a:off x="2080470" y="1459832"/>
            <a:ext cx="5416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FORM QUẢN LÝ VÉ XE</a:t>
            </a:r>
          </a:p>
        </p:txBody>
      </p:sp>
      <p:pic>
        <p:nvPicPr>
          <p:cNvPr id="7" name="Content Placeholder 6" descr="A screenshot of a computer&#10;&#10;Description automatically generated">
            <a:extLst>
              <a:ext uri="{FF2B5EF4-FFF2-40B4-BE49-F238E27FC236}">
                <a16:creationId xmlns:a16="http://schemas.microsoft.com/office/drawing/2014/main" id="{97B75619-EB19-5159-9098-FA746127B1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7737" y="2482403"/>
            <a:ext cx="5756564" cy="32378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90670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19201" y="278693"/>
            <a:ext cx="733367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 : FORM ỨNG DỤNG</a:t>
            </a:r>
            <a:endParaRPr lang="en-US" sz="40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C3E2F0-DDE7-27D4-D616-E6FA31242FBC}"/>
              </a:ext>
            </a:extLst>
          </p:cNvPr>
          <p:cNvSpPr txBox="1"/>
          <p:nvPr/>
        </p:nvSpPr>
        <p:spPr>
          <a:xfrm>
            <a:off x="2080470" y="1459832"/>
            <a:ext cx="5416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FORM QUẢN LÝ XE</a:t>
            </a:r>
          </a:p>
        </p:txBody>
      </p:sp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245231ED-16EA-A89B-9F31-283FA29145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7737" y="2482403"/>
            <a:ext cx="5756564" cy="32378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033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19201" y="278693"/>
            <a:ext cx="733367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 : FORM ỨNG DỤNG</a:t>
            </a:r>
            <a:endParaRPr lang="en-US" sz="40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C3E2F0-DDE7-27D4-D616-E6FA31242FBC}"/>
              </a:ext>
            </a:extLst>
          </p:cNvPr>
          <p:cNvSpPr txBox="1"/>
          <p:nvPr/>
        </p:nvSpPr>
        <p:spPr>
          <a:xfrm>
            <a:off x="2080470" y="1459832"/>
            <a:ext cx="5416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FORM QUẢN LÝ CHUYẾN XE</a:t>
            </a:r>
          </a:p>
        </p:txBody>
      </p:sp>
      <p:pic>
        <p:nvPicPr>
          <p:cNvPr id="6" name="Content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72D406C8-3463-F8FC-0A39-914C36C052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7737" y="2482403"/>
            <a:ext cx="5756564" cy="32378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2229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19201" y="278693"/>
            <a:ext cx="733367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 : FORM ỨNG DỤNG</a:t>
            </a:r>
            <a:endParaRPr lang="en-US" sz="40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C3E2F0-DDE7-27D4-D616-E6FA31242FBC}"/>
              </a:ext>
            </a:extLst>
          </p:cNvPr>
          <p:cNvSpPr txBox="1"/>
          <p:nvPr/>
        </p:nvSpPr>
        <p:spPr>
          <a:xfrm>
            <a:off x="2080470" y="1459832"/>
            <a:ext cx="5416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FORM QUẢN LÝ TUYẾN XE</a:t>
            </a:r>
          </a:p>
        </p:txBody>
      </p:sp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ADF06764-390B-13E5-F3D3-6116106E87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2338" y="2438400"/>
            <a:ext cx="7122694" cy="367364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4632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65452" y="1996932"/>
            <a:ext cx="8773184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Cảm</a:t>
            </a:r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sz="54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ơn</a:t>
            </a:r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sz="54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thầy</a:t>
            </a:r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sz="54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đã</a:t>
            </a:r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sz="54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xem</a:t>
            </a:r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sz="54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và</a:t>
            </a:r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sz="54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lắng</a:t>
            </a:r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sz="54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nghe</a:t>
            </a:r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sz="54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lắng</a:t>
            </a:r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sz="54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nghe</a:t>
            </a:r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!!!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3" name="Graphic 2" descr="Angel face outline outline">
            <a:extLst>
              <a:ext uri="{FF2B5EF4-FFF2-40B4-BE49-F238E27FC236}">
                <a16:creationId xmlns:a16="http://schemas.microsoft.com/office/drawing/2014/main" id="{62AB0718-96B6-FC28-60CD-646C9657DD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7889" y="4114800"/>
            <a:ext cx="3336758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15768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519</TotalTime>
  <Words>411</Words>
  <Application>Microsoft Office PowerPoint</Application>
  <PresentationFormat>Widescreen</PresentationFormat>
  <Paragraphs>55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Times New Roman</vt:lpstr>
      <vt:lpstr>Trebuchet MS</vt:lpstr>
      <vt:lpstr>Trebuchet MS (Body)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Đặng Minh Nghĩa</cp:lastModifiedBy>
  <cp:revision>56</cp:revision>
  <dcterms:created xsi:type="dcterms:W3CDTF">2023-12-05T15:08:48Z</dcterms:created>
  <dcterms:modified xsi:type="dcterms:W3CDTF">2024-05-24T15:15:02Z</dcterms:modified>
</cp:coreProperties>
</file>