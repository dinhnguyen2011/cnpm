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Pompiere" charset="1" panose="02000000000000000000"/>
      <p:regular r:id="rId29"/>
    </p:embeddedFont>
    <p:embeddedFont>
      <p:font typeface="Handy Casual" charset="1" panose="00000500000000000000"/>
      <p:regular r:id="rId30"/>
    </p:embeddedFont>
    <p:embeddedFont>
      <p:font typeface="Krabuler" charset="1" panose="00000500000000000000"/>
      <p:regular r:id="rId31"/>
    </p:embeddedFont>
    <p:embeddedFont>
      <p:font typeface="Gagalin" charset="1" panose="00000500000000000000"/>
      <p:regular r:id="rId32"/>
    </p:embeddedFont>
    <p:embeddedFont>
      <p:font typeface="Roboto Bold" charset="1" panose="02000000000000000000"/>
      <p:regular r:id="rId33"/>
    </p:embeddedFont>
    <p:embeddedFont>
      <p:font typeface="Ballpoint" charset="1" panose="00000000000000000000"/>
      <p:regular r:id="rId34"/>
    </p:embeddedFont>
    <p:embeddedFont>
      <p:font typeface="Itim" charset="1" panose="000005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2" Target="../media/image16.jpeg" Type="http://schemas.openxmlformats.org/officeDocument/2006/relationships/image"/><Relationship Id="rId3" Target="../media/image17.jpeg" Type="http://schemas.openxmlformats.org/officeDocument/2006/relationships/image"/><Relationship Id="rId4" Target="../media/image18.jpe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12" Target="../media/image32.png" Type="http://schemas.openxmlformats.org/officeDocument/2006/relationships/image"/><Relationship Id="rId13" Target="../media/image33.svg" Type="http://schemas.openxmlformats.org/officeDocument/2006/relationships/image"/><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2" Target="../media/image34.png" Type="http://schemas.openxmlformats.org/officeDocument/2006/relationships/image"/><Relationship Id="rId3" Target="../media/image35.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jpeg" Type="http://schemas.openxmlformats.org/officeDocument/2006/relationships/image"/><Relationship Id="rId11" Target="../media/image44.png" Type="http://schemas.openxmlformats.org/officeDocument/2006/relationships/image"/><Relationship Id="rId12" Target="../media/image45.svg" Type="http://schemas.openxmlformats.org/officeDocument/2006/relationships/image"/><Relationship Id="rId13" Target="../media/image46.png" Type="http://schemas.openxmlformats.org/officeDocument/2006/relationships/image"/><Relationship Id="rId14" Target="../media/image47.svg" Type="http://schemas.openxmlformats.org/officeDocument/2006/relationships/image"/><Relationship Id="rId15" Target="../media/image17.jpeg" Type="http://schemas.openxmlformats.org/officeDocument/2006/relationships/image"/><Relationship Id="rId16" Target="../media/image18.jpeg" Type="http://schemas.openxmlformats.org/officeDocument/2006/relationships/image"/><Relationship Id="rId17" Target="../media/image30.png" Type="http://schemas.openxmlformats.org/officeDocument/2006/relationships/image"/><Relationship Id="rId18" Target="../media/image31.svg" Type="http://schemas.openxmlformats.org/officeDocument/2006/relationships/image"/><Relationship Id="rId2" Target="../media/image32.png" Type="http://schemas.openxmlformats.org/officeDocument/2006/relationships/image"/><Relationship Id="rId3" Target="../media/image33.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12" Target="../media/image48.jpeg" Type="http://schemas.openxmlformats.org/officeDocument/2006/relationships/image"/><Relationship Id="rId2" Target="../media/image32.png" Type="http://schemas.openxmlformats.org/officeDocument/2006/relationships/image"/><Relationship Id="rId3" Target="../media/image33.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12" Target="../media/image49.jpeg" Type="http://schemas.openxmlformats.org/officeDocument/2006/relationships/image"/><Relationship Id="rId2" Target="../media/image32.png" Type="http://schemas.openxmlformats.org/officeDocument/2006/relationships/image"/><Relationship Id="rId3" Target="../media/image33.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50.jpeg" Type="http://schemas.openxmlformats.org/officeDocument/2006/relationships/image"/><Relationship Id="rId2" Target="../media/image32.png" Type="http://schemas.openxmlformats.org/officeDocument/2006/relationships/image"/><Relationship Id="rId3" Target="../media/image33.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51.png" Type="http://schemas.openxmlformats.org/officeDocument/2006/relationships/image"/><Relationship Id="rId5" Target="../media/image52.png" Type="http://schemas.openxmlformats.org/officeDocument/2006/relationships/image"/><Relationship Id="rId6" Target="../media/image53.png" Type="http://schemas.openxmlformats.org/officeDocument/2006/relationships/image"/><Relationship Id="rId7" Target="../media/image54.svg" Type="http://schemas.openxmlformats.org/officeDocument/2006/relationships/image"/><Relationship Id="rId8" Target="../media/image55.png" Type="http://schemas.openxmlformats.org/officeDocument/2006/relationships/image"/><Relationship Id="rId9" Target="../media/image5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jpe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3.jpe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6.pn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9.pn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jpe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1.jpe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 Id="rId7" Target="../media/image72.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jpe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9223231" y="8895219"/>
            <a:ext cx="11552272" cy="1596314"/>
          </a:xfrm>
          <a:custGeom>
            <a:avLst/>
            <a:gdLst/>
            <a:ahLst/>
            <a:cxnLst/>
            <a:rect r="r" b="b" t="t" l="l"/>
            <a:pathLst>
              <a:path h="1596314" w="11552272">
                <a:moveTo>
                  <a:pt x="11552272" y="0"/>
                </a:moveTo>
                <a:lnTo>
                  <a:pt x="0" y="0"/>
                </a:lnTo>
                <a:lnTo>
                  <a:pt x="0" y="1596314"/>
                </a:lnTo>
                <a:lnTo>
                  <a:pt x="11552272" y="1596314"/>
                </a:lnTo>
                <a:lnTo>
                  <a:pt x="1155227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649686" y="-149539"/>
            <a:ext cx="11546413" cy="1595504"/>
          </a:xfrm>
          <a:custGeom>
            <a:avLst/>
            <a:gdLst/>
            <a:ahLst/>
            <a:cxnLst/>
            <a:rect r="r" b="b" t="t" l="l"/>
            <a:pathLst>
              <a:path h="1595504" w="11546413">
                <a:moveTo>
                  <a:pt x="11546413" y="0"/>
                </a:moveTo>
                <a:lnTo>
                  <a:pt x="0" y="0"/>
                </a:lnTo>
                <a:lnTo>
                  <a:pt x="0" y="1595505"/>
                </a:lnTo>
                <a:lnTo>
                  <a:pt x="11546413" y="1595505"/>
                </a:lnTo>
                <a:lnTo>
                  <a:pt x="1154641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860641">
            <a:off x="1617163" y="1408028"/>
            <a:ext cx="1737858" cy="1583030"/>
          </a:xfrm>
          <a:custGeom>
            <a:avLst/>
            <a:gdLst/>
            <a:ahLst/>
            <a:cxnLst/>
            <a:rect r="r" b="b" t="t" l="l"/>
            <a:pathLst>
              <a:path h="1583030" w="1737858">
                <a:moveTo>
                  <a:pt x="0" y="0"/>
                </a:moveTo>
                <a:lnTo>
                  <a:pt x="1737858" y="0"/>
                </a:lnTo>
                <a:lnTo>
                  <a:pt x="1737858" y="1583031"/>
                </a:lnTo>
                <a:lnTo>
                  <a:pt x="0" y="15830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66259" y="4855447"/>
            <a:ext cx="2646847" cy="3028429"/>
          </a:xfrm>
          <a:custGeom>
            <a:avLst/>
            <a:gdLst/>
            <a:ahLst/>
            <a:cxnLst/>
            <a:rect r="r" b="b" t="t" l="l"/>
            <a:pathLst>
              <a:path h="3028429" w="2646847">
                <a:moveTo>
                  <a:pt x="0" y="0"/>
                </a:moveTo>
                <a:lnTo>
                  <a:pt x="2646847" y="0"/>
                </a:lnTo>
                <a:lnTo>
                  <a:pt x="2646847" y="3028429"/>
                </a:lnTo>
                <a:lnTo>
                  <a:pt x="0" y="30284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217457" y="2513868"/>
            <a:ext cx="7069036" cy="2056147"/>
          </a:xfrm>
          <a:prstGeom prst="rect">
            <a:avLst/>
          </a:prstGeom>
        </p:spPr>
        <p:txBody>
          <a:bodyPr anchor="t" rtlCol="false" tIns="0" lIns="0" bIns="0" rIns="0">
            <a:spAutoFit/>
          </a:bodyPr>
          <a:lstStyle/>
          <a:p>
            <a:pPr algn="just">
              <a:lnSpc>
                <a:spcPts val="15460"/>
              </a:lnSpc>
            </a:pPr>
            <a:r>
              <a:rPr lang="en-US" sz="15616" spc="343">
                <a:solidFill>
                  <a:srgbClr val="000000"/>
                </a:solidFill>
                <a:latin typeface="Pompiere"/>
              </a:rPr>
              <a:t>Công nghê</a:t>
            </a:r>
          </a:p>
        </p:txBody>
      </p:sp>
      <p:sp>
        <p:nvSpPr>
          <p:cNvPr name="TextBox 7" id="7"/>
          <p:cNvSpPr txBox="true"/>
          <p:nvPr/>
        </p:nvSpPr>
        <p:spPr>
          <a:xfrm rot="0">
            <a:off x="7238770" y="5710679"/>
            <a:ext cx="11029225" cy="2279978"/>
          </a:xfrm>
          <a:prstGeom prst="rect">
            <a:avLst/>
          </a:prstGeom>
        </p:spPr>
        <p:txBody>
          <a:bodyPr anchor="t" rtlCol="false" tIns="0" lIns="0" bIns="0" rIns="0">
            <a:spAutoFit/>
          </a:bodyPr>
          <a:lstStyle/>
          <a:p>
            <a:pPr algn="l">
              <a:lnSpc>
                <a:spcPts val="17012"/>
              </a:lnSpc>
            </a:pPr>
            <a:r>
              <a:rPr lang="en-US" sz="17184" spc="189">
                <a:solidFill>
                  <a:srgbClr val="000000"/>
                </a:solidFill>
                <a:latin typeface="Pompiere"/>
              </a:rPr>
              <a:t>PHÂN MÊM</a:t>
            </a:r>
          </a:p>
        </p:txBody>
      </p:sp>
      <p:sp>
        <p:nvSpPr>
          <p:cNvPr name="Freeform 8" id="8"/>
          <p:cNvSpPr/>
          <p:nvPr/>
        </p:nvSpPr>
        <p:spPr>
          <a:xfrm flipH="false" flipV="true" rot="-9379677">
            <a:off x="11526677" y="564860"/>
            <a:ext cx="3617028" cy="3833073"/>
          </a:xfrm>
          <a:custGeom>
            <a:avLst/>
            <a:gdLst/>
            <a:ahLst/>
            <a:cxnLst/>
            <a:rect r="r" b="b" t="t" l="l"/>
            <a:pathLst>
              <a:path h="3833073" w="3617028">
                <a:moveTo>
                  <a:pt x="0" y="3833073"/>
                </a:moveTo>
                <a:lnTo>
                  <a:pt x="3617027" y="3833073"/>
                </a:lnTo>
                <a:lnTo>
                  <a:pt x="3617027" y="0"/>
                </a:lnTo>
                <a:lnTo>
                  <a:pt x="0" y="0"/>
                </a:lnTo>
                <a:lnTo>
                  <a:pt x="0" y="383307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1399026">
            <a:off x="15284165" y="2839405"/>
            <a:ext cx="1719464" cy="2465181"/>
          </a:xfrm>
          <a:custGeom>
            <a:avLst/>
            <a:gdLst/>
            <a:ahLst/>
            <a:cxnLst/>
            <a:rect r="r" b="b" t="t" l="l"/>
            <a:pathLst>
              <a:path h="2465181" w="1719464">
                <a:moveTo>
                  <a:pt x="0" y="0"/>
                </a:moveTo>
                <a:lnTo>
                  <a:pt x="1719464" y="0"/>
                </a:lnTo>
                <a:lnTo>
                  <a:pt x="1719464" y="2465180"/>
                </a:lnTo>
                <a:lnTo>
                  <a:pt x="0" y="24651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2629558" y="391038"/>
            <a:ext cx="5225042" cy="504825"/>
          </a:xfrm>
          <a:prstGeom prst="rect">
            <a:avLst/>
          </a:prstGeom>
        </p:spPr>
        <p:txBody>
          <a:bodyPr anchor="t" rtlCol="false" tIns="0" lIns="0" bIns="0" rIns="0">
            <a:spAutoFit/>
          </a:bodyPr>
          <a:lstStyle/>
          <a:p>
            <a:pPr algn="r">
              <a:lnSpc>
                <a:spcPts val="3960"/>
              </a:lnSpc>
              <a:spcBef>
                <a:spcPct val="0"/>
              </a:spcBef>
            </a:pPr>
            <a:r>
              <a:rPr lang="en-US" sz="3300">
                <a:solidFill>
                  <a:srgbClr val="004AAD"/>
                </a:solidFill>
                <a:latin typeface="Handy Casual"/>
              </a:rPr>
              <a:t>BY  QB_TTH_KH</a:t>
            </a:r>
          </a:p>
        </p:txBody>
      </p:sp>
      <p:sp>
        <p:nvSpPr>
          <p:cNvPr name="TextBox 11" id="11"/>
          <p:cNvSpPr txBox="true"/>
          <p:nvPr/>
        </p:nvSpPr>
        <p:spPr>
          <a:xfrm rot="0">
            <a:off x="9160589" y="2958586"/>
            <a:ext cx="697689" cy="2004207"/>
          </a:xfrm>
          <a:prstGeom prst="rect">
            <a:avLst/>
          </a:prstGeom>
        </p:spPr>
        <p:txBody>
          <a:bodyPr anchor="t" rtlCol="false" tIns="0" lIns="0" bIns="0" rIns="0">
            <a:spAutoFit/>
          </a:bodyPr>
          <a:lstStyle/>
          <a:p>
            <a:pPr algn="just">
              <a:lnSpc>
                <a:spcPts val="15059"/>
              </a:lnSpc>
            </a:pPr>
            <a:r>
              <a:rPr lang="en-US" sz="15211" spc="334">
                <a:solidFill>
                  <a:srgbClr val="000000"/>
                </a:solidFill>
                <a:latin typeface="Pompiere"/>
              </a:rPr>
              <a:t>.</a:t>
            </a:r>
          </a:p>
        </p:txBody>
      </p:sp>
      <p:sp>
        <p:nvSpPr>
          <p:cNvPr name="TextBox 12" id="12"/>
          <p:cNvSpPr txBox="true"/>
          <p:nvPr/>
        </p:nvSpPr>
        <p:spPr>
          <a:xfrm rot="0">
            <a:off x="9807878" y="4527601"/>
            <a:ext cx="697689" cy="2004207"/>
          </a:xfrm>
          <a:prstGeom prst="rect">
            <a:avLst/>
          </a:prstGeom>
        </p:spPr>
        <p:txBody>
          <a:bodyPr anchor="t" rtlCol="false" tIns="0" lIns="0" bIns="0" rIns="0">
            <a:spAutoFit/>
          </a:bodyPr>
          <a:lstStyle/>
          <a:p>
            <a:pPr algn="just">
              <a:lnSpc>
                <a:spcPts val="15059"/>
              </a:lnSpc>
            </a:pPr>
            <a:r>
              <a:rPr lang="en-US" sz="15211" spc="334">
                <a:solidFill>
                  <a:srgbClr val="000000"/>
                </a:solidFill>
                <a:latin typeface="Pompiere"/>
              </a:rPr>
              <a:t>`</a:t>
            </a:r>
          </a:p>
        </p:txBody>
      </p:sp>
      <p:sp>
        <p:nvSpPr>
          <p:cNvPr name="TextBox 13" id="13"/>
          <p:cNvSpPr txBox="true"/>
          <p:nvPr/>
        </p:nvSpPr>
        <p:spPr>
          <a:xfrm rot="0">
            <a:off x="13823963" y="4527601"/>
            <a:ext cx="697689" cy="2004207"/>
          </a:xfrm>
          <a:prstGeom prst="rect">
            <a:avLst/>
          </a:prstGeom>
        </p:spPr>
        <p:txBody>
          <a:bodyPr anchor="t" rtlCol="false" tIns="0" lIns="0" bIns="0" rIns="0">
            <a:spAutoFit/>
          </a:bodyPr>
          <a:lstStyle/>
          <a:p>
            <a:pPr algn="just">
              <a:lnSpc>
                <a:spcPts val="15059"/>
              </a:lnSpc>
            </a:pPr>
            <a:r>
              <a:rPr lang="en-US" sz="15211" spc="334">
                <a:solidFill>
                  <a:srgbClr val="000000"/>
                </a:solidFill>
                <a:latin typeface="Pompiere"/>
              </a:rPr>
              <a:t>`</a:t>
            </a:r>
          </a:p>
        </p:txBody>
      </p:sp>
      <p:sp>
        <p:nvSpPr>
          <p:cNvPr name="TextBox 14" id="14"/>
          <p:cNvSpPr txBox="true"/>
          <p:nvPr/>
        </p:nvSpPr>
        <p:spPr>
          <a:xfrm rot="0">
            <a:off x="382607" y="8747466"/>
            <a:ext cx="8840624" cy="1343025"/>
          </a:xfrm>
          <a:prstGeom prst="rect">
            <a:avLst/>
          </a:prstGeom>
        </p:spPr>
        <p:txBody>
          <a:bodyPr anchor="t" rtlCol="false" tIns="0" lIns="0" bIns="0" rIns="0">
            <a:spAutoFit/>
          </a:bodyPr>
          <a:lstStyle/>
          <a:p>
            <a:pPr algn="l">
              <a:lnSpc>
                <a:spcPts val="10559"/>
              </a:lnSpc>
              <a:spcBef>
                <a:spcPct val="0"/>
              </a:spcBef>
            </a:pPr>
            <a:r>
              <a:rPr lang="en-US" sz="8799">
                <a:solidFill>
                  <a:srgbClr val="FF5757"/>
                </a:solidFill>
                <a:latin typeface="Krabuler"/>
              </a:rPr>
              <a:t>GV : Trần Thanh Nhã</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0">
            <a:off x="514847" y="1549831"/>
            <a:ext cx="7347649" cy="7187337"/>
          </a:xfrm>
          <a:custGeom>
            <a:avLst/>
            <a:gdLst/>
            <a:ahLst/>
            <a:cxnLst/>
            <a:rect r="r" b="b" t="t" l="l"/>
            <a:pathLst>
              <a:path h="7187337" w="7347649">
                <a:moveTo>
                  <a:pt x="0" y="0"/>
                </a:moveTo>
                <a:lnTo>
                  <a:pt x="7347650" y="0"/>
                </a:lnTo>
                <a:lnTo>
                  <a:pt x="7347650" y="7187338"/>
                </a:lnTo>
                <a:lnTo>
                  <a:pt x="0" y="7187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450867" y="4288994"/>
            <a:ext cx="8604124" cy="3324225"/>
          </a:xfrm>
          <a:prstGeom prst="rect">
            <a:avLst/>
          </a:prstGeom>
        </p:spPr>
        <p:txBody>
          <a:bodyPr anchor="t" rtlCol="false" tIns="0" lIns="0" bIns="0" rIns="0">
            <a:spAutoFit/>
          </a:bodyPr>
          <a:lstStyle/>
          <a:p>
            <a:pPr algn="just">
              <a:lnSpc>
                <a:spcPts val="6575"/>
              </a:lnSpc>
            </a:pPr>
            <a:r>
              <a:rPr lang="en-US" sz="5479">
                <a:solidFill>
                  <a:srgbClr val="000000"/>
                </a:solidFill>
                <a:latin typeface="Handy Casual"/>
              </a:rPr>
              <a:t>Nhăm tôi uu hóa quy trình quan lý, vân hành. Tăng cuong hiêu suât,  và nâng cao trai nghiêm cua khách hàng.</a:t>
            </a:r>
          </a:p>
          <a:p>
            <a:pPr algn="l">
              <a:lnSpc>
                <a:spcPts val="6575"/>
              </a:lnSpc>
              <a:spcBef>
                <a:spcPct val="0"/>
              </a:spcBef>
            </a:pPr>
            <a:r>
              <a:rPr lang="en-US" sz="5479">
                <a:solidFill>
                  <a:srgbClr val="000000"/>
                </a:solidFill>
                <a:latin typeface="Handy Casual"/>
              </a:rPr>
              <a:t> </a:t>
            </a:r>
          </a:p>
        </p:txBody>
      </p:sp>
      <p:sp>
        <p:nvSpPr>
          <p:cNvPr name="Freeform 4" id="4"/>
          <p:cNvSpPr/>
          <p:nvPr/>
        </p:nvSpPr>
        <p:spPr>
          <a:xfrm flipH="false" flipV="false" rot="0">
            <a:off x="16310764" y="383001"/>
            <a:ext cx="1488455" cy="1291398"/>
          </a:xfrm>
          <a:custGeom>
            <a:avLst/>
            <a:gdLst/>
            <a:ahLst/>
            <a:cxnLst/>
            <a:rect r="r" b="b" t="t" l="l"/>
            <a:pathLst>
              <a:path h="1291398" w="1488455">
                <a:moveTo>
                  <a:pt x="0" y="0"/>
                </a:moveTo>
                <a:lnTo>
                  <a:pt x="1488455" y="0"/>
                </a:lnTo>
                <a:lnTo>
                  <a:pt x="1488455" y="1291398"/>
                </a:lnTo>
                <a:lnTo>
                  <a:pt x="0" y="12913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435657">
            <a:off x="12909774" y="7270970"/>
            <a:ext cx="3750634" cy="3974660"/>
          </a:xfrm>
          <a:custGeom>
            <a:avLst/>
            <a:gdLst/>
            <a:ahLst/>
            <a:cxnLst/>
            <a:rect r="r" b="b" t="t" l="l"/>
            <a:pathLst>
              <a:path h="3974660" w="3750634">
                <a:moveTo>
                  <a:pt x="0" y="3974660"/>
                </a:moveTo>
                <a:lnTo>
                  <a:pt x="3750634" y="3974660"/>
                </a:lnTo>
                <a:lnTo>
                  <a:pt x="3750634" y="0"/>
                </a:lnTo>
                <a:lnTo>
                  <a:pt x="0" y="0"/>
                </a:lnTo>
                <a:lnTo>
                  <a:pt x="0" y="397466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04914" y="1987090"/>
            <a:ext cx="4952093" cy="4952093"/>
          </a:xfrm>
          <a:custGeom>
            <a:avLst/>
            <a:gdLst/>
            <a:ahLst/>
            <a:cxnLst/>
            <a:rect r="r" b="b" t="t" l="l"/>
            <a:pathLst>
              <a:path h="4952093" w="4952093">
                <a:moveTo>
                  <a:pt x="0" y="0"/>
                </a:moveTo>
                <a:lnTo>
                  <a:pt x="4952093" y="0"/>
                </a:lnTo>
                <a:lnTo>
                  <a:pt x="4952093" y="4952093"/>
                </a:lnTo>
                <a:lnTo>
                  <a:pt x="0" y="4952093"/>
                </a:lnTo>
                <a:lnTo>
                  <a:pt x="0" y="0"/>
                </a:lnTo>
                <a:close/>
              </a:path>
            </a:pathLst>
          </a:custGeom>
          <a:blipFill>
            <a:blip r:embed="rId8"/>
            <a:stretch>
              <a:fillRect l="0" t="0" r="0" b="0"/>
            </a:stretch>
          </a:blipFill>
        </p:spPr>
      </p:sp>
      <p:sp>
        <p:nvSpPr>
          <p:cNvPr name="TextBox 7" id="7"/>
          <p:cNvSpPr txBox="true"/>
          <p:nvPr/>
        </p:nvSpPr>
        <p:spPr>
          <a:xfrm rot="0">
            <a:off x="8720153" y="1977565"/>
            <a:ext cx="8840624"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Phần mềm bán vé xe</a:t>
            </a:r>
          </a:p>
        </p:txBody>
      </p:sp>
      <p:sp>
        <p:nvSpPr>
          <p:cNvPr name="TextBox 8" id="8"/>
          <p:cNvSpPr txBox="true"/>
          <p:nvPr/>
        </p:nvSpPr>
        <p:spPr>
          <a:xfrm rot="0">
            <a:off x="657451" y="7613219"/>
            <a:ext cx="6247020" cy="1123950"/>
          </a:xfrm>
          <a:prstGeom prst="rect">
            <a:avLst/>
          </a:prstGeom>
        </p:spPr>
        <p:txBody>
          <a:bodyPr anchor="t" rtlCol="false" tIns="0" lIns="0" bIns="0" rIns="0">
            <a:spAutoFit/>
          </a:bodyPr>
          <a:lstStyle/>
          <a:p>
            <a:pPr algn="ctr">
              <a:lnSpc>
                <a:spcPts val="8855"/>
              </a:lnSpc>
              <a:spcBef>
                <a:spcPct val="0"/>
              </a:spcBef>
            </a:pPr>
            <a:r>
              <a:rPr lang="en-US" sz="7379">
                <a:solidFill>
                  <a:srgbClr val="FF5757"/>
                </a:solidFill>
                <a:latin typeface="Gagalin"/>
              </a:rPr>
              <a:t>QB_TTH_KH</a:t>
            </a:r>
          </a:p>
        </p:txBody>
      </p:sp>
      <p:sp>
        <p:nvSpPr>
          <p:cNvPr name="TextBox 9" id="9"/>
          <p:cNvSpPr txBox="true"/>
          <p:nvPr/>
        </p:nvSpPr>
        <p:spPr>
          <a:xfrm rot="0">
            <a:off x="7647164" y="454438"/>
            <a:ext cx="4420312"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Xây dung</a:t>
            </a:r>
          </a:p>
        </p:txBody>
      </p:sp>
      <p:sp>
        <p:nvSpPr>
          <p:cNvPr name="TextBox 10" id="10"/>
          <p:cNvSpPr txBox="true"/>
          <p:nvPr/>
        </p:nvSpPr>
        <p:spPr>
          <a:xfrm rot="0">
            <a:off x="10692738" y="373476"/>
            <a:ext cx="383831" cy="1485900"/>
          </a:xfrm>
          <a:prstGeom prst="rect">
            <a:avLst/>
          </a:prstGeom>
        </p:spPr>
        <p:txBody>
          <a:bodyPr anchor="t" rtlCol="false" tIns="0" lIns="0" bIns="0" rIns="0">
            <a:spAutoFit/>
          </a:bodyPr>
          <a:lstStyle/>
          <a:p>
            <a:pPr algn="l">
              <a:lnSpc>
                <a:spcPts val="11639"/>
              </a:lnSpc>
              <a:spcBef>
                <a:spcPct val="0"/>
              </a:spcBef>
            </a:pPr>
            <a:r>
              <a:rPr lang="en-US" sz="9699">
                <a:solidFill>
                  <a:srgbClr val="004AAD"/>
                </a:solidFill>
                <a:latin typeface="Krabuler"/>
              </a:rPr>
              <a:t>̣</a:t>
            </a:r>
          </a:p>
        </p:txBody>
      </p:sp>
      <p:sp>
        <p:nvSpPr>
          <p:cNvPr name="TextBox 11" id="11"/>
          <p:cNvSpPr txBox="true"/>
          <p:nvPr/>
        </p:nvSpPr>
        <p:spPr>
          <a:xfrm rot="0">
            <a:off x="10808011" y="612492"/>
            <a:ext cx="537115" cy="1485900"/>
          </a:xfrm>
          <a:prstGeom prst="rect">
            <a:avLst/>
          </a:prstGeom>
        </p:spPr>
        <p:txBody>
          <a:bodyPr anchor="t" rtlCol="false" tIns="0" lIns="0" bIns="0" rIns="0">
            <a:spAutoFit/>
          </a:bodyPr>
          <a:lstStyle/>
          <a:p>
            <a:pPr algn="l">
              <a:lnSpc>
                <a:spcPts val="11639"/>
              </a:lnSpc>
              <a:spcBef>
                <a:spcPct val="0"/>
              </a:spcBef>
            </a:pPr>
            <a:r>
              <a:rPr lang="en-US" sz="9699">
                <a:solidFill>
                  <a:srgbClr val="004AAD"/>
                </a:solidFill>
                <a:latin typeface="Krabuler"/>
              </a:rPr>
              <a:t>̉</a:t>
            </a:r>
          </a:p>
        </p:txBody>
      </p:sp>
      <p:sp>
        <p:nvSpPr>
          <p:cNvPr name="TextBox 12" id="12"/>
          <p:cNvSpPr txBox="true"/>
          <p:nvPr/>
        </p:nvSpPr>
        <p:spPr>
          <a:xfrm rot="0">
            <a:off x="9021131" y="4133381"/>
            <a:ext cx="505479" cy="752475"/>
          </a:xfrm>
          <a:prstGeom prst="rect">
            <a:avLst/>
          </a:prstGeom>
        </p:spPr>
        <p:txBody>
          <a:bodyPr anchor="t" rtlCol="false" tIns="0" lIns="0" bIns="0" rIns="0">
            <a:spAutoFit/>
          </a:bodyPr>
          <a:lstStyle/>
          <a:p>
            <a:pPr algn="just">
              <a:lnSpc>
                <a:spcPts val="5855"/>
              </a:lnSpc>
              <a:spcBef>
                <a:spcPct val="0"/>
              </a:spcBef>
            </a:pPr>
            <a:r>
              <a:rPr lang="en-US" sz="4879">
                <a:solidFill>
                  <a:srgbClr val="000000"/>
                </a:solidFill>
                <a:latin typeface="Handy Casual"/>
              </a:rPr>
              <a:t>`</a:t>
            </a:r>
          </a:p>
        </p:txBody>
      </p:sp>
      <p:sp>
        <p:nvSpPr>
          <p:cNvPr name="TextBox 13" id="13"/>
          <p:cNvSpPr txBox="true"/>
          <p:nvPr/>
        </p:nvSpPr>
        <p:spPr>
          <a:xfrm rot="0">
            <a:off x="12686254" y="5041469"/>
            <a:ext cx="505479" cy="752475"/>
          </a:xfrm>
          <a:prstGeom prst="rect">
            <a:avLst/>
          </a:prstGeom>
        </p:spPr>
        <p:txBody>
          <a:bodyPr anchor="t" rtlCol="false" tIns="0" lIns="0" bIns="0" rIns="0">
            <a:spAutoFit/>
          </a:bodyPr>
          <a:lstStyle/>
          <a:p>
            <a:pPr algn="just">
              <a:lnSpc>
                <a:spcPts val="5855"/>
              </a:lnSpc>
              <a:spcBef>
                <a:spcPct val="0"/>
              </a:spcBef>
            </a:pPr>
            <a:r>
              <a:rPr lang="en-US" sz="4879">
                <a:solidFill>
                  <a:srgbClr val="000000"/>
                </a:solidFill>
                <a:latin typeface="Handy Casual"/>
              </a:rPr>
              <a:t>`</a:t>
            </a:r>
          </a:p>
        </p:txBody>
      </p:sp>
      <p:sp>
        <p:nvSpPr>
          <p:cNvPr name="TextBox 14" id="14"/>
          <p:cNvSpPr txBox="true"/>
          <p:nvPr/>
        </p:nvSpPr>
        <p:spPr>
          <a:xfrm rot="0">
            <a:off x="13140465" y="5231969"/>
            <a:ext cx="505479" cy="752475"/>
          </a:xfrm>
          <a:prstGeom prst="rect">
            <a:avLst/>
          </a:prstGeom>
        </p:spPr>
        <p:txBody>
          <a:bodyPr anchor="t" rtlCol="false" tIns="0" lIns="0" bIns="0" rIns="0">
            <a:spAutoFit/>
          </a:bodyPr>
          <a:lstStyle/>
          <a:p>
            <a:pPr algn="just">
              <a:lnSpc>
                <a:spcPts val="5855"/>
              </a:lnSpc>
              <a:spcBef>
                <a:spcPct val="0"/>
              </a:spcBef>
            </a:pPr>
            <a:r>
              <a:rPr lang="en-US" sz="4879">
                <a:solidFill>
                  <a:srgbClr val="000000"/>
                </a:solidFill>
                <a:latin typeface="Handy Casual"/>
              </a:rPr>
              <a:t>̉</a:t>
            </a:r>
          </a:p>
        </p:txBody>
      </p:sp>
      <p:sp>
        <p:nvSpPr>
          <p:cNvPr name="TextBox 15" id="15"/>
          <p:cNvSpPr txBox="true"/>
          <p:nvPr/>
        </p:nvSpPr>
        <p:spPr>
          <a:xfrm rot="0">
            <a:off x="12887725" y="5231969"/>
            <a:ext cx="505479" cy="752475"/>
          </a:xfrm>
          <a:prstGeom prst="rect">
            <a:avLst/>
          </a:prstGeom>
        </p:spPr>
        <p:txBody>
          <a:bodyPr anchor="t" rtlCol="false" tIns="0" lIns="0" bIns="0" rIns="0">
            <a:spAutoFit/>
          </a:bodyPr>
          <a:lstStyle/>
          <a:p>
            <a:pPr algn="just">
              <a:lnSpc>
                <a:spcPts val="5855"/>
              </a:lnSpc>
              <a:spcBef>
                <a:spcPct val="0"/>
              </a:spcBef>
            </a:pPr>
            <a:r>
              <a:rPr lang="en-US" sz="4879">
                <a:solidFill>
                  <a:srgbClr val="000000"/>
                </a:solidFill>
                <a:latin typeface="Handy Casual"/>
              </a:rPr>
              <a:t>̉</a:t>
            </a:r>
          </a:p>
        </p:txBody>
      </p:sp>
      <p:sp>
        <p:nvSpPr>
          <p:cNvPr name="TextBox 16" id="16"/>
          <p:cNvSpPr txBox="true"/>
          <p:nvPr/>
        </p:nvSpPr>
        <p:spPr>
          <a:xfrm rot="0">
            <a:off x="16058024" y="4288994"/>
            <a:ext cx="505479" cy="752475"/>
          </a:xfrm>
          <a:prstGeom prst="rect">
            <a:avLst/>
          </a:prstGeom>
        </p:spPr>
        <p:txBody>
          <a:bodyPr anchor="t" rtlCol="false" tIns="0" lIns="0" bIns="0" rIns="0">
            <a:spAutoFit/>
          </a:bodyPr>
          <a:lstStyle/>
          <a:p>
            <a:pPr algn="just">
              <a:lnSpc>
                <a:spcPts val="5855"/>
              </a:lnSpc>
              <a:spcBef>
                <a:spcPct val="0"/>
              </a:spcBef>
            </a:pPr>
            <a:r>
              <a:rPr lang="en-US" sz="4879">
                <a:solidFill>
                  <a:srgbClr val="000000"/>
                </a:solidFill>
                <a:latin typeface="Handy Casual"/>
              </a:rPr>
              <a:t>̉</a:t>
            </a:r>
          </a:p>
        </p:txBody>
      </p:sp>
      <p:sp>
        <p:nvSpPr>
          <p:cNvPr name="TextBox 17" id="17"/>
          <p:cNvSpPr txBox="true"/>
          <p:nvPr/>
        </p:nvSpPr>
        <p:spPr>
          <a:xfrm rot="0">
            <a:off x="11247210" y="4391025"/>
            <a:ext cx="505479" cy="752475"/>
          </a:xfrm>
          <a:prstGeom prst="rect">
            <a:avLst/>
          </a:prstGeom>
        </p:spPr>
        <p:txBody>
          <a:bodyPr anchor="t" rtlCol="false" tIns="0" lIns="0" bIns="0" rIns="0">
            <a:spAutoFit/>
          </a:bodyPr>
          <a:lstStyle/>
          <a:p>
            <a:pPr algn="just">
              <a:lnSpc>
                <a:spcPts val="5855"/>
              </a:lnSpc>
              <a:spcBef>
                <a:spcPct val="0"/>
              </a:spcBef>
            </a:pPr>
            <a:r>
              <a:rPr lang="en-US" sz="4879">
                <a:solidFill>
                  <a:srgbClr val="000000"/>
                </a:solidFill>
                <a:latin typeface="Handy Casual"/>
              </a:rPr>
              <a:t>̉</a:t>
            </a:r>
          </a:p>
        </p:txBody>
      </p:sp>
      <p:sp>
        <p:nvSpPr>
          <p:cNvPr name="TextBox 18" id="18"/>
          <p:cNvSpPr txBox="true"/>
          <p:nvPr/>
        </p:nvSpPr>
        <p:spPr>
          <a:xfrm rot="0">
            <a:off x="11392751" y="5955869"/>
            <a:ext cx="505479" cy="752475"/>
          </a:xfrm>
          <a:prstGeom prst="rect">
            <a:avLst/>
          </a:prstGeom>
        </p:spPr>
        <p:txBody>
          <a:bodyPr anchor="t" rtlCol="false" tIns="0" lIns="0" bIns="0" rIns="0">
            <a:spAutoFit/>
          </a:bodyPr>
          <a:lstStyle/>
          <a:p>
            <a:pPr algn="just">
              <a:lnSpc>
                <a:spcPts val="5855"/>
              </a:lnSpc>
              <a:spcBef>
                <a:spcPct val="0"/>
              </a:spcBef>
            </a:pPr>
            <a:r>
              <a:rPr lang="en-US" sz="4879">
                <a:solidFill>
                  <a:srgbClr val="000000"/>
                </a:solidFill>
                <a:latin typeface="Handy Casual"/>
              </a:rPr>
              <a:t>̉</a:t>
            </a:r>
          </a:p>
        </p:txBody>
      </p:sp>
      <p:sp>
        <p:nvSpPr>
          <p:cNvPr name="TextBox 19" id="19"/>
          <p:cNvSpPr txBox="true"/>
          <p:nvPr/>
        </p:nvSpPr>
        <p:spPr>
          <a:xfrm rot="0">
            <a:off x="13927856" y="5955869"/>
            <a:ext cx="505479" cy="752475"/>
          </a:xfrm>
          <a:prstGeom prst="rect">
            <a:avLst/>
          </a:prstGeom>
        </p:spPr>
        <p:txBody>
          <a:bodyPr anchor="t" rtlCol="false" tIns="0" lIns="0" bIns="0" rIns="0">
            <a:spAutoFit/>
          </a:bodyPr>
          <a:lstStyle/>
          <a:p>
            <a:pPr algn="just">
              <a:lnSpc>
                <a:spcPts val="5855"/>
              </a:lnSpc>
              <a:spcBef>
                <a:spcPct val="0"/>
              </a:spcBef>
            </a:pPr>
            <a:r>
              <a:rPr lang="en-US" sz="4879">
                <a:solidFill>
                  <a:srgbClr val="000000"/>
                </a:solidFill>
                <a:latin typeface="Handy Casual"/>
              </a:rPr>
              <a:t>̉</a:t>
            </a:r>
          </a:p>
        </p:txBody>
      </p:sp>
      <p:sp>
        <p:nvSpPr>
          <p:cNvPr name="TextBox 20" id="20"/>
          <p:cNvSpPr txBox="true"/>
          <p:nvPr/>
        </p:nvSpPr>
        <p:spPr>
          <a:xfrm rot="0">
            <a:off x="10555271" y="4266731"/>
            <a:ext cx="505479" cy="619125"/>
          </a:xfrm>
          <a:prstGeom prst="rect">
            <a:avLst/>
          </a:prstGeom>
        </p:spPr>
        <p:txBody>
          <a:bodyPr anchor="t" rtlCol="false" tIns="0" lIns="0" bIns="0" rIns="0">
            <a:spAutoFit/>
          </a:bodyPr>
          <a:lstStyle/>
          <a:p>
            <a:pPr algn="just">
              <a:lnSpc>
                <a:spcPts val="4895"/>
              </a:lnSpc>
              <a:spcBef>
                <a:spcPct val="0"/>
              </a:spcBef>
            </a:pPr>
            <a:r>
              <a:rPr lang="en-US" sz="4079">
                <a:solidFill>
                  <a:srgbClr val="000000"/>
                </a:solidFill>
                <a:latin typeface="Handy Casual"/>
              </a:rPr>
              <a:t>́</a:t>
            </a:r>
          </a:p>
        </p:txBody>
      </p:sp>
      <p:sp>
        <p:nvSpPr>
          <p:cNvPr name="TextBox 21" id="21"/>
          <p:cNvSpPr txBox="true"/>
          <p:nvPr/>
        </p:nvSpPr>
        <p:spPr>
          <a:xfrm rot="0">
            <a:off x="8787441" y="5317694"/>
            <a:ext cx="505479" cy="733425"/>
          </a:xfrm>
          <a:prstGeom prst="rect">
            <a:avLst/>
          </a:prstGeom>
        </p:spPr>
        <p:txBody>
          <a:bodyPr anchor="t" rtlCol="false" tIns="0" lIns="0" bIns="0" rIns="0">
            <a:spAutoFit/>
          </a:bodyPr>
          <a:lstStyle/>
          <a:p>
            <a:pPr algn="just">
              <a:lnSpc>
                <a:spcPts val="5735"/>
              </a:lnSpc>
              <a:spcBef>
                <a:spcPct val="0"/>
              </a:spcBef>
            </a:pPr>
            <a:r>
              <a:rPr lang="en-US" sz="4779">
                <a:solidFill>
                  <a:srgbClr val="000000"/>
                </a:solidFill>
                <a:latin typeface="Handy Casual"/>
              </a:rPr>
              <a:t>.</a:t>
            </a:r>
          </a:p>
        </p:txBody>
      </p:sp>
      <p:sp>
        <p:nvSpPr>
          <p:cNvPr name="TextBox 22" id="22"/>
          <p:cNvSpPr txBox="true"/>
          <p:nvPr/>
        </p:nvSpPr>
        <p:spPr>
          <a:xfrm rot="0">
            <a:off x="14279612" y="5308169"/>
            <a:ext cx="505479" cy="733425"/>
          </a:xfrm>
          <a:prstGeom prst="rect">
            <a:avLst/>
          </a:prstGeom>
        </p:spPr>
        <p:txBody>
          <a:bodyPr anchor="t" rtlCol="false" tIns="0" lIns="0" bIns="0" rIns="0">
            <a:spAutoFit/>
          </a:bodyPr>
          <a:lstStyle/>
          <a:p>
            <a:pPr algn="just">
              <a:lnSpc>
                <a:spcPts val="5735"/>
              </a:lnSpc>
              <a:spcBef>
                <a:spcPct val="0"/>
              </a:spcBef>
            </a:pPr>
            <a:r>
              <a:rPr lang="en-US" sz="4779">
                <a:solidFill>
                  <a:srgbClr val="000000"/>
                </a:solidFill>
                <a:latin typeface="Handy Casual"/>
              </a:rPr>
              <a:t>.</a:t>
            </a:r>
          </a:p>
        </p:txBody>
      </p:sp>
      <p:sp>
        <p:nvSpPr>
          <p:cNvPr name="TextBox 23" id="23"/>
          <p:cNvSpPr txBox="true"/>
          <p:nvPr/>
        </p:nvSpPr>
        <p:spPr>
          <a:xfrm rot="0">
            <a:off x="15814810" y="5103381"/>
            <a:ext cx="505479" cy="619125"/>
          </a:xfrm>
          <a:prstGeom prst="rect">
            <a:avLst/>
          </a:prstGeom>
        </p:spPr>
        <p:txBody>
          <a:bodyPr anchor="t" rtlCol="false" tIns="0" lIns="0" bIns="0" rIns="0">
            <a:spAutoFit/>
          </a:bodyPr>
          <a:lstStyle/>
          <a:p>
            <a:pPr algn="just">
              <a:lnSpc>
                <a:spcPts val="4895"/>
              </a:lnSpc>
              <a:spcBef>
                <a:spcPct val="0"/>
              </a:spcBef>
            </a:pPr>
            <a:r>
              <a:rPr lang="en-US" sz="4079">
                <a:solidFill>
                  <a:srgbClr val="000000"/>
                </a:solidFill>
                <a:latin typeface="Handy Casual"/>
              </a:rPr>
              <a:t>́</a:t>
            </a:r>
          </a:p>
        </p:txBody>
      </p:sp>
      <p:sp>
        <p:nvSpPr>
          <p:cNvPr name="TextBox 24" id="24"/>
          <p:cNvSpPr txBox="true"/>
          <p:nvPr/>
        </p:nvSpPr>
        <p:spPr>
          <a:xfrm rot="0">
            <a:off x="12615936" y="6145691"/>
            <a:ext cx="505479" cy="733425"/>
          </a:xfrm>
          <a:prstGeom prst="rect">
            <a:avLst/>
          </a:prstGeom>
        </p:spPr>
        <p:txBody>
          <a:bodyPr anchor="t" rtlCol="false" tIns="0" lIns="0" bIns="0" rIns="0">
            <a:spAutoFit/>
          </a:bodyPr>
          <a:lstStyle/>
          <a:p>
            <a:pPr algn="just">
              <a:lnSpc>
                <a:spcPts val="5735"/>
              </a:lnSpc>
              <a:spcBef>
                <a:spcPct val="0"/>
              </a:spcBef>
            </a:pPr>
            <a:r>
              <a:rPr lang="en-US" sz="4779">
                <a:solidFill>
                  <a:srgbClr val="000000"/>
                </a:solidFill>
                <a:latin typeface="Handy Casual"/>
              </a:rPr>
              <a: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grpSp>
        <p:nvGrpSpPr>
          <p:cNvPr name="Group 2" id="2"/>
          <p:cNvGrpSpPr/>
          <p:nvPr/>
        </p:nvGrpSpPr>
        <p:grpSpPr>
          <a:xfrm rot="0">
            <a:off x="1058112" y="3948420"/>
            <a:ext cx="3579011" cy="3444830"/>
            <a:chOff x="30480" y="591820"/>
            <a:chExt cx="12736830" cy="12259310"/>
          </a:xfrm>
        </p:grpSpPr>
        <p:sp>
          <p:nvSpPr>
            <p:cNvPr name="Freeform 3" id="3"/>
            <p:cNvSpPr/>
            <p:nvPr/>
          </p:nvSpPr>
          <p:spPr>
            <a:xfrm flipH="false" flipV="false" rot="0">
              <a:off x="0" y="0"/>
              <a:ext cx="12736830" cy="12259310"/>
            </a:xfrm>
            <a:custGeom>
              <a:avLst/>
              <a:gdLst/>
              <a:ahLst/>
              <a:cxnLst/>
              <a:rect r="r" b="b" t="t" l="l"/>
              <a:pathLst>
                <a:path h="12259310" w="12736830">
                  <a:moveTo>
                    <a:pt x="11925300" y="4271010"/>
                  </a:moveTo>
                  <a:cubicBezTo>
                    <a:pt x="10819130" y="2120900"/>
                    <a:pt x="8590280" y="544830"/>
                    <a:pt x="6215380" y="297180"/>
                  </a:cubicBezTo>
                  <a:cubicBezTo>
                    <a:pt x="4277360" y="0"/>
                    <a:pt x="3002280" y="913130"/>
                    <a:pt x="1960880" y="2170430"/>
                  </a:cubicBezTo>
                  <a:cubicBezTo>
                    <a:pt x="919480" y="3427730"/>
                    <a:pt x="365760" y="5030470"/>
                    <a:pt x="142240" y="6647180"/>
                  </a:cubicBezTo>
                  <a:cubicBezTo>
                    <a:pt x="24130" y="7500620"/>
                    <a:pt x="0" y="8406130"/>
                    <a:pt x="361950" y="9188450"/>
                  </a:cubicBezTo>
                  <a:cubicBezTo>
                    <a:pt x="820420" y="10180320"/>
                    <a:pt x="1822450" y="10811510"/>
                    <a:pt x="2842260" y="11203940"/>
                  </a:cubicBezTo>
                  <a:cubicBezTo>
                    <a:pt x="5585460" y="12259310"/>
                    <a:pt x="8953501" y="11850370"/>
                    <a:pt x="11088370" y="9828530"/>
                  </a:cubicBezTo>
                  <a:cubicBezTo>
                    <a:pt x="11756390" y="9196070"/>
                    <a:pt x="12303760" y="8403590"/>
                    <a:pt x="12499340" y="7504430"/>
                  </a:cubicBezTo>
                  <a:cubicBezTo>
                    <a:pt x="12736830" y="6413500"/>
                    <a:pt x="12435840" y="5264150"/>
                    <a:pt x="11925300" y="4271010"/>
                  </a:cubicBezTo>
                  <a:close/>
                </a:path>
              </a:pathLst>
            </a:custGeom>
            <a:blipFill>
              <a:blip r:embed="rId2"/>
              <a:stretch>
                <a:fillRect l="0" t="-20734" r="0" b="-42258"/>
              </a:stretch>
            </a:blipFill>
          </p:spPr>
        </p:sp>
      </p:grpSp>
      <p:grpSp>
        <p:nvGrpSpPr>
          <p:cNvPr name="Group 4" id="4"/>
          <p:cNvGrpSpPr/>
          <p:nvPr/>
        </p:nvGrpSpPr>
        <p:grpSpPr>
          <a:xfrm rot="0">
            <a:off x="9258300" y="3837320"/>
            <a:ext cx="3648810" cy="3512012"/>
            <a:chOff x="30480" y="591820"/>
            <a:chExt cx="12736830" cy="12259310"/>
          </a:xfrm>
        </p:grpSpPr>
        <p:sp>
          <p:nvSpPr>
            <p:cNvPr name="Freeform 5" id="5"/>
            <p:cNvSpPr/>
            <p:nvPr/>
          </p:nvSpPr>
          <p:spPr>
            <a:xfrm flipH="false" flipV="false" rot="0">
              <a:off x="0" y="0"/>
              <a:ext cx="12736830" cy="12259310"/>
            </a:xfrm>
            <a:custGeom>
              <a:avLst/>
              <a:gdLst/>
              <a:ahLst/>
              <a:cxnLst/>
              <a:rect r="r" b="b" t="t" l="l"/>
              <a:pathLst>
                <a:path h="12259310" w="12736830">
                  <a:moveTo>
                    <a:pt x="11925300" y="4271010"/>
                  </a:moveTo>
                  <a:cubicBezTo>
                    <a:pt x="10819130" y="2120900"/>
                    <a:pt x="8590280" y="544830"/>
                    <a:pt x="6215380" y="297180"/>
                  </a:cubicBezTo>
                  <a:cubicBezTo>
                    <a:pt x="4277360" y="0"/>
                    <a:pt x="3002280" y="913130"/>
                    <a:pt x="1960880" y="2170430"/>
                  </a:cubicBezTo>
                  <a:cubicBezTo>
                    <a:pt x="919480" y="3427730"/>
                    <a:pt x="365760" y="5030470"/>
                    <a:pt x="142240" y="6647180"/>
                  </a:cubicBezTo>
                  <a:cubicBezTo>
                    <a:pt x="24130" y="7500620"/>
                    <a:pt x="0" y="8406130"/>
                    <a:pt x="361950" y="9188450"/>
                  </a:cubicBezTo>
                  <a:cubicBezTo>
                    <a:pt x="820420" y="10180320"/>
                    <a:pt x="1822450" y="10811510"/>
                    <a:pt x="2842260" y="11203940"/>
                  </a:cubicBezTo>
                  <a:cubicBezTo>
                    <a:pt x="5585460" y="12259310"/>
                    <a:pt x="8953501" y="11850370"/>
                    <a:pt x="11088370" y="9828530"/>
                  </a:cubicBezTo>
                  <a:cubicBezTo>
                    <a:pt x="11756390" y="9196070"/>
                    <a:pt x="12303760" y="8403590"/>
                    <a:pt x="12499340" y="7504430"/>
                  </a:cubicBezTo>
                  <a:cubicBezTo>
                    <a:pt x="12736830" y="6413500"/>
                    <a:pt x="12435840" y="5264150"/>
                    <a:pt x="11925300" y="4271010"/>
                  </a:cubicBezTo>
                  <a:close/>
                </a:path>
              </a:pathLst>
            </a:custGeom>
            <a:blipFill>
              <a:blip r:embed="rId3"/>
              <a:stretch>
                <a:fillRect l="0" t="-17871" r="0" b="-17871"/>
              </a:stretch>
            </a:blipFill>
          </p:spPr>
        </p:sp>
      </p:grpSp>
      <p:grpSp>
        <p:nvGrpSpPr>
          <p:cNvPr name="Group 6" id="6"/>
          <p:cNvGrpSpPr/>
          <p:nvPr/>
        </p:nvGrpSpPr>
        <p:grpSpPr>
          <a:xfrm rot="0">
            <a:off x="5116757" y="3818270"/>
            <a:ext cx="3555930" cy="3555930"/>
            <a:chOff x="0" y="0"/>
            <a:chExt cx="12700000" cy="12700000"/>
          </a:xfrm>
        </p:grpSpPr>
        <p:sp>
          <p:nvSpPr>
            <p:cNvPr name="Freeform 7" id="7"/>
            <p:cNvSpPr/>
            <p:nvPr/>
          </p:nvSpPr>
          <p:spPr>
            <a:xfrm flipH="false" flipV="false" rot="0">
              <a:off x="-11430" y="857250"/>
              <a:ext cx="13009880" cy="11644630"/>
            </a:xfrm>
            <a:custGeom>
              <a:avLst/>
              <a:gdLst/>
              <a:ahLst/>
              <a:cxnLst/>
              <a:rect r="r" b="b" t="t" l="l"/>
              <a:pathLst>
                <a:path h="11644630" w="13009880">
                  <a:moveTo>
                    <a:pt x="10152380" y="938530"/>
                  </a:moveTo>
                  <a:cubicBezTo>
                    <a:pt x="8962390" y="189230"/>
                    <a:pt x="8643620" y="154940"/>
                    <a:pt x="7245350" y="0"/>
                  </a:cubicBezTo>
                  <a:cubicBezTo>
                    <a:pt x="4039870" y="38100"/>
                    <a:pt x="1441450" y="1889760"/>
                    <a:pt x="435610" y="4933950"/>
                  </a:cubicBezTo>
                  <a:cubicBezTo>
                    <a:pt x="91440" y="5975350"/>
                    <a:pt x="0" y="7139940"/>
                    <a:pt x="403860" y="8159750"/>
                  </a:cubicBezTo>
                  <a:cubicBezTo>
                    <a:pt x="934720" y="9499600"/>
                    <a:pt x="2254250" y="10407650"/>
                    <a:pt x="3648710" y="10773410"/>
                  </a:cubicBezTo>
                  <a:cubicBezTo>
                    <a:pt x="5043170" y="11140440"/>
                    <a:pt x="6578600" y="11644630"/>
                    <a:pt x="8008620" y="11470640"/>
                  </a:cubicBezTo>
                  <a:cubicBezTo>
                    <a:pt x="9123680" y="11334750"/>
                    <a:pt x="10237470" y="10519410"/>
                    <a:pt x="11071860" y="9767570"/>
                  </a:cubicBezTo>
                  <a:cubicBezTo>
                    <a:pt x="11625580" y="9268460"/>
                    <a:pt x="11971020" y="8576310"/>
                    <a:pt x="12202160" y="7867650"/>
                  </a:cubicBezTo>
                  <a:cubicBezTo>
                    <a:pt x="13009880" y="5401310"/>
                    <a:pt x="12348210" y="2322830"/>
                    <a:pt x="10152380" y="938530"/>
                  </a:cubicBezTo>
                  <a:close/>
                </a:path>
              </a:pathLst>
            </a:custGeom>
            <a:blipFill>
              <a:blip r:embed="rId4"/>
              <a:stretch>
                <a:fillRect l="-19656" t="0" r="-19656" b="0"/>
              </a:stretch>
            </a:blipFill>
          </p:spPr>
        </p:sp>
      </p:grpSp>
      <p:sp>
        <p:nvSpPr>
          <p:cNvPr name="Freeform 8" id="8"/>
          <p:cNvSpPr/>
          <p:nvPr/>
        </p:nvSpPr>
        <p:spPr>
          <a:xfrm flipH="false" flipV="false" rot="0">
            <a:off x="7051433" y="-68578"/>
            <a:ext cx="10083238" cy="1393320"/>
          </a:xfrm>
          <a:custGeom>
            <a:avLst/>
            <a:gdLst/>
            <a:ahLst/>
            <a:cxnLst/>
            <a:rect r="r" b="b" t="t" l="l"/>
            <a:pathLst>
              <a:path h="1393320" w="10083238">
                <a:moveTo>
                  <a:pt x="0" y="0"/>
                </a:moveTo>
                <a:lnTo>
                  <a:pt x="10083238" y="0"/>
                </a:lnTo>
                <a:lnTo>
                  <a:pt x="10083238" y="1393320"/>
                </a:lnTo>
                <a:lnTo>
                  <a:pt x="0" y="13933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10800000">
            <a:off x="-4098675" y="8905418"/>
            <a:ext cx="9279203" cy="2078243"/>
          </a:xfrm>
          <a:custGeom>
            <a:avLst/>
            <a:gdLst/>
            <a:ahLst/>
            <a:cxnLst/>
            <a:rect r="r" b="b" t="t" l="l"/>
            <a:pathLst>
              <a:path h="2078243" w="9279203">
                <a:moveTo>
                  <a:pt x="0" y="0"/>
                </a:moveTo>
                <a:lnTo>
                  <a:pt x="9279203" y="0"/>
                </a:lnTo>
                <a:lnTo>
                  <a:pt x="9279203" y="2078242"/>
                </a:lnTo>
                <a:lnTo>
                  <a:pt x="0" y="2078242"/>
                </a:lnTo>
                <a:lnTo>
                  <a:pt x="0" y="0"/>
                </a:lnTo>
                <a:close/>
              </a:path>
            </a:pathLst>
          </a:custGeom>
          <a:blipFill>
            <a:blip r:embed="rId5">
              <a:extLst>
                <a:ext uri="{96DAC541-7B7A-43D3-8B79-37D633B846F1}">
                  <asvg:svgBlip xmlns:asvg="http://schemas.microsoft.com/office/drawing/2016/SVG/main" r:embed="rId6"/>
                </a:ext>
              </a:extLst>
            </a:blip>
            <a:stretch>
              <a:fillRect l="-62081" t="0" r="0" b="0"/>
            </a:stretch>
          </a:blipFill>
        </p:spPr>
      </p:sp>
      <p:sp>
        <p:nvSpPr>
          <p:cNvPr name="Freeform 10" id="10"/>
          <p:cNvSpPr/>
          <p:nvPr/>
        </p:nvSpPr>
        <p:spPr>
          <a:xfrm flipH="false" flipV="false" rot="-1568932">
            <a:off x="1485922" y="1536885"/>
            <a:ext cx="1443297" cy="2069242"/>
          </a:xfrm>
          <a:custGeom>
            <a:avLst/>
            <a:gdLst/>
            <a:ahLst/>
            <a:cxnLst/>
            <a:rect r="r" b="b" t="t" l="l"/>
            <a:pathLst>
              <a:path h="2069242" w="1443297">
                <a:moveTo>
                  <a:pt x="0" y="0"/>
                </a:moveTo>
                <a:lnTo>
                  <a:pt x="1443297" y="0"/>
                </a:lnTo>
                <a:lnTo>
                  <a:pt x="1443297" y="2069242"/>
                </a:lnTo>
                <a:lnTo>
                  <a:pt x="0" y="206924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240727">
            <a:off x="3193661" y="857481"/>
            <a:ext cx="1162426" cy="1666560"/>
          </a:xfrm>
          <a:custGeom>
            <a:avLst/>
            <a:gdLst/>
            <a:ahLst/>
            <a:cxnLst/>
            <a:rect r="r" b="b" t="t" l="l"/>
            <a:pathLst>
              <a:path h="1666560" w="1162426">
                <a:moveTo>
                  <a:pt x="0" y="0"/>
                </a:moveTo>
                <a:lnTo>
                  <a:pt x="1162426" y="0"/>
                </a:lnTo>
                <a:lnTo>
                  <a:pt x="1162426" y="1666560"/>
                </a:lnTo>
                <a:lnTo>
                  <a:pt x="0" y="16665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13792783" y="3872220"/>
            <a:ext cx="3555930" cy="3555930"/>
            <a:chOff x="0" y="0"/>
            <a:chExt cx="12700000" cy="12700000"/>
          </a:xfrm>
        </p:grpSpPr>
        <p:sp>
          <p:nvSpPr>
            <p:cNvPr name="Freeform 13" id="13"/>
            <p:cNvSpPr/>
            <p:nvPr/>
          </p:nvSpPr>
          <p:spPr>
            <a:xfrm flipH="false" flipV="false" rot="0">
              <a:off x="-11430" y="857250"/>
              <a:ext cx="13009880" cy="11644630"/>
            </a:xfrm>
            <a:custGeom>
              <a:avLst/>
              <a:gdLst/>
              <a:ahLst/>
              <a:cxnLst/>
              <a:rect r="r" b="b" t="t" l="l"/>
              <a:pathLst>
                <a:path h="11644630" w="13009880">
                  <a:moveTo>
                    <a:pt x="10152380" y="938530"/>
                  </a:moveTo>
                  <a:cubicBezTo>
                    <a:pt x="8962390" y="189230"/>
                    <a:pt x="8643620" y="154940"/>
                    <a:pt x="7245350" y="0"/>
                  </a:cubicBezTo>
                  <a:cubicBezTo>
                    <a:pt x="4039870" y="38100"/>
                    <a:pt x="1441450" y="1889760"/>
                    <a:pt x="435610" y="4933950"/>
                  </a:cubicBezTo>
                  <a:cubicBezTo>
                    <a:pt x="91440" y="5975350"/>
                    <a:pt x="0" y="7139940"/>
                    <a:pt x="403860" y="8159750"/>
                  </a:cubicBezTo>
                  <a:cubicBezTo>
                    <a:pt x="934720" y="9499600"/>
                    <a:pt x="2254250" y="10407650"/>
                    <a:pt x="3648710" y="10773410"/>
                  </a:cubicBezTo>
                  <a:cubicBezTo>
                    <a:pt x="5043170" y="11140440"/>
                    <a:pt x="6578600" y="11644630"/>
                    <a:pt x="8008620" y="11470640"/>
                  </a:cubicBezTo>
                  <a:cubicBezTo>
                    <a:pt x="9123680" y="11334750"/>
                    <a:pt x="10237470" y="10519410"/>
                    <a:pt x="11071860" y="9767570"/>
                  </a:cubicBezTo>
                  <a:cubicBezTo>
                    <a:pt x="11625580" y="9268460"/>
                    <a:pt x="11971020" y="8576310"/>
                    <a:pt x="12202160" y="7867650"/>
                  </a:cubicBezTo>
                  <a:cubicBezTo>
                    <a:pt x="13009880" y="5401310"/>
                    <a:pt x="12348210" y="2322830"/>
                    <a:pt x="10152380" y="938530"/>
                  </a:cubicBezTo>
                  <a:close/>
                </a:path>
              </a:pathLst>
            </a:custGeom>
            <a:blipFill>
              <a:blip r:embed="rId9"/>
              <a:stretch>
                <a:fillRect l="-401" t="0" r="-401" b="0"/>
              </a:stretch>
            </a:blipFill>
          </p:spPr>
        </p:sp>
      </p:grpSp>
      <p:sp>
        <p:nvSpPr>
          <p:cNvPr name="Freeform 14" id="14"/>
          <p:cNvSpPr/>
          <p:nvPr/>
        </p:nvSpPr>
        <p:spPr>
          <a:xfrm flipH="false" flipV="false" rot="-1086054">
            <a:off x="14466441" y="8898021"/>
            <a:ext cx="4854216" cy="3759811"/>
          </a:xfrm>
          <a:custGeom>
            <a:avLst/>
            <a:gdLst/>
            <a:ahLst/>
            <a:cxnLst/>
            <a:rect r="r" b="b" t="t" l="l"/>
            <a:pathLst>
              <a:path h="3759811" w="4854216">
                <a:moveTo>
                  <a:pt x="0" y="0"/>
                </a:moveTo>
                <a:lnTo>
                  <a:pt x="4854216" y="0"/>
                </a:lnTo>
                <a:lnTo>
                  <a:pt x="4854216" y="3759812"/>
                </a:lnTo>
                <a:lnTo>
                  <a:pt x="0" y="375981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 id="15"/>
          <p:cNvSpPr txBox="true"/>
          <p:nvPr/>
        </p:nvSpPr>
        <p:spPr>
          <a:xfrm rot="0">
            <a:off x="5294192" y="1502372"/>
            <a:ext cx="7699617" cy="1519556"/>
          </a:xfrm>
          <a:prstGeom prst="rect">
            <a:avLst/>
          </a:prstGeom>
        </p:spPr>
        <p:txBody>
          <a:bodyPr anchor="t" rtlCol="false" tIns="0" lIns="0" bIns="0" rIns="0">
            <a:spAutoFit/>
          </a:bodyPr>
          <a:lstStyle/>
          <a:p>
            <a:pPr algn="ctr">
              <a:lnSpc>
                <a:spcPts val="12319"/>
              </a:lnSpc>
              <a:spcBef>
                <a:spcPct val="0"/>
              </a:spcBef>
            </a:pPr>
            <a:r>
              <a:rPr lang="en-US" sz="8799">
                <a:solidFill>
                  <a:srgbClr val="000000"/>
                </a:solidFill>
                <a:latin typeface="Krabuler"/>
              </a:rPr>
              <a:t>Thành viên</a:t>
            </a:r>
          </a:p>
        </p:txBody>
      </p:sp>
      <p:sp>
        <p:nvSpPr>
          <p:cNvPr name="TextBox 16" id="16"/>
          <p:cNvSpPr txBox="true"/>
          <p:nvPr/>
        </p:nvSpPr>
        <p:spPr>
          <a:xfrm rot="0">
            <a:off x="9258300" y="7294701"/>
            <a:ext cx="3950104" cy="628254"/>
          </a:xfrm>
          <a:prstGeom prst="rect">
            <a:avLst/>
          </a:prstGeom>
        </p:spPr>
        <p:txBody>
          <a:bodyPr anchor="t" rtlCol="false" tIns="0" lIns="0" bIns="0" rIns="0">
            <a:spAutoFit/>
          </a:bodyPr>
          <a:lstStyle/>
          <a:p>
            <a:pPr algn="ctr">
              <a:lnSpc>
                <a:spcPts val="5149"/>
              </a:lnSpc>
              <a:spcBef>
                <a:spcPct val="0"/>
              </a:spcBef>
            </a:pPr>
            <a:r>
              <a:rPr lang="en-US" sz="3677">
                <a:solidFill>
                  <a:srgbClr val="000000"/>
                </a:solidFill>
                <a:latin typeface="Krabuler"/>
              </a:rPr>
              <a:t>Nguyễn Chí Đuc</a:t>
            </a:r>
          </a:p>
        </p:txBody>
      </p:sp>
      <p:sp>
        <p:nvSpPr>
          <p:cNvPr name="TextBox 17" id="17"/>
          <p:cNvSpPr txBox="true"/>
          <p:nvPr/>
        </p:nvSpPr>
        <p:spPr>
          <a:xfrm rot="0">
            <a:off x="4913378" y="7298000"/>
            <a:ext cx="3962688" cy="628254"/>
          </a:xfrm>
          <a:prstGeom prst="rect">
            <a:avLst/>
          </a:prstGeom>
        </p:spPr>
        <p:txBody>
          <a:bodyPr anchor="t" rtlCol="false" tIns="0" lIns="0" bIns="0" rIns="0">
            <a:spAutoFit/>
          </a:bodyPr>
          <a:lstStyle/>
          <a:p>
            <a:pPr algn="ctr">
              <a:lnSpc>
                <a:spcPts val="5149"/>
              </a:lnSpc>
              <a:spcBef>
                <a:spcPct val="0"/>
              </a:spcBef>
            </a:pPr>
            <a:r>
              <a:rPr lang="en-US" sz="3677">
                <a:solidFill>
                  <a:srgbClr val="000000"/>
                </a:solidFill>
                <a:latin typeface="Krabuler Bold"/>
              </a:rPr>
              <a:t>Truong Quang Phát</a:t>
            </a:r>
          </a:p>
        </p:txBody>
      </p:sp>
      <p:sp>
        <p:nvSpPr>
          <p:cNvPr name="TextBox 18" id="18"/>
          <p:cNvSpPr txBox="true"/>
          <p:nvPr/>
        </p:nvSpPr>
        <p:spPr>
          <a:xfrm rot="0">
            <a:off x="5182149" y="7923651"/>
            <a:ext cx="3425147" cy="461595"/>
          </a:xfrm>
          <a:prstGeom prst="rect">
            <a:avLst/>
          </a:prstGeom>
        </p:spPr>
        <p:txBody>
          <a:bodyPr anchor="t" rtlCol="false" tIns="0" lIns="0" bIns="0" rIns="0">
            <a:spAutoFit/>
          </a:bodyPr>
          <a:lstStyle/>
          <a:p>
            <a:pPr algn="ctr">
              <a:lnSpc>
                <a:spcPts val="3764"/>
              </a:lnSpc>
              <a:spcBef>
                <a:spcPct val="0"/>
              </a:spcBef>
            </a:pPr>
            <a:r>
              <a:rPr lang="en-US" sz="2688" spc="96">
                <a:solidFill>
                  <a:srgbClr val="000000"/>
                </a:solidFill>
                <a:latin typeface="Krabuler Italics"/>
              </a:rPr>
              <a:t>DH52111481</a:t>
            </a:r>
          </a:p>
        </p:txBody>
      </p:sp>
      <p:sp>
        <p:nvSpPr>
          <p:cNvPr name="TextBox 19" id="19"/>
          <p:cNvSpPr txBox="true"/>
          <p:nvPr/>
        </p:nvSpPr>
        <p:spPr>
          <a:xfrm rot="0">
            <a:off x="9481963" y="7942701"/>
            <a:ext cx="3425147" cy="461595"/>
          </a:xfrm>
          <a:prstGeom prst="rect">
            <a:avLst/>
          </a:prstGeom>
        </p:spPr>
        <p:txBody>
          <a:bodyPr anchor="t" rtlCol="false" tIns="0" lIns="0" bIns="0" rIns="0">
            <a:spAutoFit/>
          </a:bodyPr>
          <a:lstStyle/>
          <a:p>
            <a:pPr algn="ctr">
              <a:lnSpc>
                <a:spcPts val="3764"/>
              </a:lnSpc>
              <a:spcBef>
                <a:spcPct val="0"/>
              </a:spcBef>
            </a:pPr>
            <a:r>
              <a:rPr lang="en-US" sz="2688" spc="96">
                <a:solidFill>
                  <a:srgbClr val="000000"/>
                </a:solidFill>
                <a:latin typeface="Krabuler Italics"/>
              </a:rPr>
              <a:t>DH52110821</a:t>
            </a:r>
          </a:p>
        </p:txBody>
      </p:sp>
      <p:sp>
        <p:nvSpPr>
          <p:cNvPr name="TextBox 20" id="20"/>
          <p:cNvSpPr txBox="true"/>
          <p:nvPr/>
        </p:nvSpPr>
        <p:spPr>
          <a:xfrm rot="0">
            <a:off x="455202" y="7317050"/>
            <a:ext cx="4042662" cy="628254"/>
          </a:xfrm>
          <a:prstGeom prst="rect">
            <a:avLst/>
          </a:prstGeom>
        </p:spPr>
        <p:txBody>
          <a:bodyPr anchor="t" rtlCol="false" tIns="0" lIns="0" bIns="0" rIns="0">
            <a:spAutoFit/>
          </a:bodyPr>
          <a:lstStyle/>
          <a:p>
            <a:pPr algn="ctr">
              <a:lnSpc>
                <a:spcPts val="5149"/>
              </a:lnSpc>
              <a:spcBef>
                <a:spcPct val="0"/>
              </a:spcBef>
            </a:pPr>
            <a:r>
              <a:rPr lang="en-US" sz="3677">
                <a:solidFill>
                  <a:srgbClr val="000000"/>
                </a:solidFill>
                <a:latin typeface="Krabuler"/>
              </a:rPr>
              <a:t>Đăng Minh Nghĩa (C)</a:t>
            </a:r>
          </a:p>
        </p:txBody>
      </p:sp>
      <p:sp>
        <p:nvSpPr>
          <p:cNvPr name="TextBox 21" id="21"/>
          <p:cNvSpPr txBox="true"/>
          <p:nvPr/>
        </p:nvSpPr>
        <p:spPr>
          <a:xfrm rot="0">
            <a:off x="659055" y="7942701"/>
            <a:ext cx="3425147" cy="461595"/>
          </a:xfrm>
          <a:prstGeom prst="rect">
            <a:avLst/>
          </a:prstGeom>
        </p:spPr>
        <p:txBody>
          <a:bodyPr anchor="t" rtlCol="false" tIns="0" lIns="0" bIns="0" rIns="0">
            <a:spAutoFit/>
          </a:bodyPr>
          <a:lstStyle/>
          <a:p>
            <a:pPr algn="ctr">
              <a:lnSpc>
                <a:spcPts val="3764"/>
              </a:lnSpc>
              <a:spcBef>
                <a:spcPct val="0"/>
              </a:spcBef>
            </a:pPr>
            <a:r>
              <a:rPr lang="en-US" sz="2688" spc="96">
                <a:solidFill>
                  <a:srgbClr val="000000"/>
                </a:solidFill>
                <a:latin typeface="Krabuler Italics"/>
              </a:rPr>
              <a:t>DH52111357</a:t>
            </a:r>
          </a:p>
        </p:txBody>
      </p:sp>
      <p:sp>
        <p:nvSpPr>
          <p:cNvPr name="TextBox 22" id="22"/>
          <p:cNvSpPr txBox="true"/>
          <p:nvPr/>
        </p:nvSpPr>
        <p:spPr>
          <a:xfrm rot="0">
            <a:off x="13589404" y="7351950"/>
            <a:ext cx="3962688" cy="628254"/>
          </a:xfrm>
          <a:prstGeom prst="rect">
            <a:avLst/>
          </a:prstGeom>
        </p:spPr>
        <p:txBody>
          <a:bodyPr anchor="t" rtlCol="false" tIns="0" lIns="0" bIns="0" rIns="0">
            <a:spAutoFit/>
          </a:bodyPr>
          <a:lstStyle/>
          <a:p>
            <a:pPr algn="ctr">
              <a:lnSpc>
                <a:spcPts val="5149"/>
              </a:lnSpc>
              <a:spcBef>
                <a:spcPct val="0"/>
              </a:spcBef>
            </a:pPr>
            <a:r>
              <a:rPr lang="en-US" sz="3677">
                <a:solidFill>
                  <a:srgbClr val="000000"/>
                </a:solidFill>
                <a:latin typeface="Krabuler Bold"/>
              </a:rPr>
              <a:t>Nguyễn Ái Thiềm Định</a:t>
            </a:r>
          </a:p>
        </p:txBody>
      </p:sp>
      <p:sp>
        <p:nvSpPr>
          <p:cNvPr name="TextBox 23" id="23"/>
          <p:cNvSpPr txBox="true"/>
          <p:nvPr/>
        </p:nvSpPr>
        <p:spPr>
          <a:xfrm rot="0">
            <a:off x="13858175" y="7977602"/>
            <a:ext cx="3425147" cy="461595"/>
          </a:xfrm>
          <a:prstGeom prst="rect">
            <a:avLst/>
          </a:prstGeom>
        </p:spPr>
        <p:txBody>
          <a:bodyPr anchor="t" rtlCol="false" tIns="0" lIns="0" bIns="0" rIns="0">
            <a:spAutoFit/>
          </a:bodyPr>
          <a:lstStyle/>
          <a:p>
            <a:pPr algn="ctr">
              <a:lnSpc>
                <a:spcPts val="3764"/>
              </a:lnSpc>
              <a:spcBef>
                <a:spcPct val="0"/>
              </a:spcBef>
            </a:pPr>
            <a:r>
              <a:rPr lang="en-US" sz="2688" spc="96">
                <a:solidFill>
                  <a:srgbClr val="000000"/>
                </a:solidFill>
                <a:latin typeface="Krabuler Italics"/>
              </a:rPr>
              <a:t>DH52110805</a:t>
            </a:r>
          </a:p>
        </p:txBody>
      </p:sp>
      <p:sp>
        <p:nvSpPr>
          <p:cNvPr name="TextBox 24" id="24"/>
          <p:cNvSpPr txBox="true"/>
          <p:nvPr/>
        </p:nvSpPr>
        <p:spPr>
          <a:xfrm rot="0">
            <a:off x="659055" y="8347147"/>
            <a:ext cx="3425147" cy="461595"/>
          </a:xfrm>
          <a:prstGeom prst="rect">
            <a:avLst/>
          </a:prstGeom>
        </p:spPr>
        <p:txBody>
          <a:bodyPr anchor="t" rtlCol="false" tIns="0" lIns="0" bIns="0" rIns="0">
            <a:spAutoFit/>
          </a:bodyPr>
          <a:lstStyle/>
          <a:p>
            <a:pPr algn="ctr">
              <a:lnSpc>
                <a:spcPts val="3764"/>
              </a:lnSpc>
              <a:spcBef>
                <a:spcPct val="0"/>
              </a:spcBef>
            </a:pPr>
            <a:r>
              <a:rPr lang="en-US" sz="2688" spc="96">
                <a:solidFill>
                  <a:srgbClr val="004AAD"/>
                </a:solidFill>
                <a:latin typeface="Krabuler Italics"/>
              </a:rPr>
              <a:t>D21_TH09</a:t>
            </a:r>
          </a:p>
        </p:txBody>
      </p:sp>
      <p:sp>
        <p:nvSpPr>
          <p:cNvPr name="TextBox 25" id="25"/>
          <p:cNvSpPr txBox="true"/>
          <p:nvPr/>
        </p:nvSpPr>
        <p:spPr>
          <a:xfrm rot="0">
            <a:off x="5182149" y="8347147"/>
            <a:ext cx="3425147" cy="461595"/>
          </a:xfrm>
          <a:prstGeom prst="rect">
            <a:avLst/>
          </a:prstGeom>
        </p:spPr>
        <p:txBody>
          <a:bodyPr anchor="t" rtlCol="false" tIns="0" lIns="0" bIns="0" rIns="0">
            <a:spAutoFit/>
          </a:bodyPr>
          <a:lstStyle/>
          <a:p>
            <a:pPr algn="ctr">
              <a:lnSpc>
                <a:spcPts val="3764"/>
              </a:lnSpc>
              <a:spcBef>
                <a:spcPct val="0"/>
              </a:spcBef>
            </a:pPr>
            <a:r>
              <a:rPr lang="en-US" sz="2688" spc="96">
                <a:solidFill>
                  <a:srgbClr val="004AAD"/>
                </a:solidFill>
                <a:latin typeface="Krabuler Italics"/>
              </a:rPr>
              <a:t>D21_TH09</a:t>
            </a:r>
          </a:p>
        </p:txBody>
      </p:sp>
      <p:sp>
        <p:nvSpPr>
          <p:cNvPr name="TextBox 26" id="26"/>
          <p:cNvSpPr txBox="true"/>
          <p:nvPr/>
        </p:nvSpPr>
        <p:spPr>
          <a:xfrm rot="0">
            <a:off x="9481963" y="8347147"/>
            <a:ext cx="3425147" cy="461595"/>
          </a:xfrm>
          <a:prstGeom prst="rect">
            <a:avLst/>
          </a:prstGeom>
        </p:spPr>
        <p:txBody>
          <a:bodyPr anchor="t" rtlCol="false" tIns="0" lIns="0" bIns="0" rIns="0">
            <a:spAutoFit/>
          </a:bodyPr>
          <a:lstStyle/>
          <a:p>
            <a:pPr algn="ctr">
              <a:lnSpc>
                <a:spcPts val="3764"/>
              </a:lnSpc>
              <a:spcBef>
                <a:spcPct val="0"/>
              </a:spcBef>
            </a:pPr>
            <a:r>
              <a:rPr lang="en-US" sz="2688" spc="96">
                <a:solidFill>
                  <a:srgbClr val="004AAD"/>
                </a:solidFill>
                <a:latin typeface="Krabuler Italics"/>
              </a:rPr>
              <a:t>D21_TH09</a:t>
            </a:r>
          </a:p>
        </p:txBody>
      </p:sp>
      <p:sp>
        <p:nvSpPr>
          <p:cNvPr name="TextBox 27" id="27"/>
          <p:cNvSpPr txBox="true"/>
          <p:nvPr/>
        </p:nvSpPr>
        <p:spPr>
          <a:xfrm rot="0">
            <a:off x="13858175" y="8347147"/>
            <a:ext cx="3425147" cy="461595"/>
          </a:xfrm>
          <a:prstGeom prst="rect">
            <a:avLst/>
          </a:prstGeom>
        </p:spPr>
        <p:txBody>
          <a:bodyPr anchor="t" rtlCol="false" tIns="0" lIns="0" bIns="0" rIns="0">
            <a:spAutoFit/>
          </a:bodyPr>
          <a:lstStyle/>
          <a:p>
            <a:pPr algn="ctr">
              <a:lnSpc>
                <a:spcPts val="3764"/>
              </a:lnSpc>
              <a:spcBef>
                <a:spcPct val="0"/>
              </a:spcBef>
            </a:pPr>
            <a:r>
              <a:rPr lang="en-US" sz="2688" spc="96">
                <a:solidFill>
                  <a:srgbClr val="004AAD"/>
                </a:solidFill>
                <a:latin typeface="Krabuler Italics"/>
              </a:rPr>
              <a:t>D21_TH09</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6288608" y="849567"/>
            <a:ext cx="6927975" cy="8739418"/>
          </a:xfrm>
          <a:custGeom>
            <a:avLst/>
            <a:gdLst/>
            <a:ahLst/>
            <a:cxnLst/>
            <a:rect r="r" b="b" t="t" l="l"/>
            <a:pathLst>
              <a:path h="8739418" w="6927975">
                <a:moveTo>
                  <a:pt x="0" y="0"/>
                </a:moveTo>
                <a:lnTo>
                  <a:pt x="6927974" y="0"/>
                </a:lnTo>
                <a:lnTo>
                  <a:pt x="6927974" y="8739418"/>
                </a:lnTo>
                <a:lnTo>
                  <a:pt x="0" y="87394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120756" y="1028700"/>
            <a:ext cx="4584113" cy="3975676"/>
          </a:xfrm>
          <a:custGeom>
            <a:avLst/>
            <a:gdLst/>
            <a:ahLst/>
            <a:cxnLst/>
            <a:rect r="r" b="b" t="t" l="l"/>
            <a:pathLst>
              <a:path h="3975676" w="4584113">
                <a:moveTo>
                  <a:pt x="0" y="0"/>
                </a:moveTo>
                <a:lnTo>
                  <a:pt x="4584113" y="0"/>
                </a:lnTo>
                <a:lnTo>
                  <a:pt x="4584113" y="3975676"/>
                </a:lnTo>
                <a:lnTo>
                  <a:pt x="0" y="39756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810814">
            <a:off x="2770122" y="2657570"/>
            <a:ext cx="3535128" cy="1085910"/>
          </a:xfrm>
          <a:prstGeom prst="rect">
            <a:avLst/>
          </a:prstGeom>
        </p:spPr>
        <p:txBody>
          <a:bodyPr anchor="t" rtlCol="false" tIns="0" lIns="0" bIns="0" rIns="0">
            <a:spAutoFit/>
          </a:bodyPr>
          <a:lstStyle/>
          <a:p>
            <a:pPr algn="l">
              <a:lnSpc>
                <a:spcPts val="8134"/>
              </a:lnSpc>
            </a:pPr>
            <a:r>
              <a:rPr lang="en-US" sz="8216" spc="180">
                <a:solidFill>
                  <a:srgbClr val="000000"/>
                </a:solidFill>
                <a:latin typeface="Krabuler"/>
              </a:rPr>
              <a:t>Agenda</a:t>
            </a:r>
          </a:p>
        </p:txBody>
      </p:sp>
      <p:sp>
        <p:nvSpPr>
          <p:cNvPr name="TextBox 5" id="5"/>
          <p:cNvSpPr txBox="true"/>
          <p:nvPr/>
        </p:nvSpPr>
        <p:spPr>
          <a:xfrm rot="0">
            <a:off x="6987041" y="1153164"/>
            <a:ext cx="7135263" cy="7865524"/>
          </a:xfrm>
          <a:prstGeom prst="rect">
            <a:avLst/>
          </a:prstGeom>
        </p:spPr>
        <p:txBody>
          <a:bodyPr anchor="t" rtlCol="false" tIns="0" lIns="0" bIns="0" rIns="0">
            <a:spAutoFit/>
          </a:bodyPr>
          <a:lstStyle/>
          <a:p>
            <a:pPr algn="l">
              <a:lnSpc>
                <a:spcPts val="10474"/>
              </a:lnSpc>
            </a:pPr>
          </a:p>
          <a:p>
            <a:pPr algn="l" marL="1395933" indent="-697966" lvl="1">
              <a:lnSpc>
                <a:spcPts val="10474"/>
              </a:lnSpc>
              <a:buAutoNum type="arabicPeriod" startAt="1"/>
            </a:pPr>
            <a:r>
              <a:rPr lang="en-US" sz="6465" spc="691">
                <a:solidFill>
                  <a:srgbClr val="FFFFFF"/>
                </a:solidFill>
                <a:latin typeface="Krabuler"/>
              </a:rPr>
              <a:t>Khao sát</a:t>
            </a:r>
          </a:p>
          <a:p>
            <a:pPr algn="l" marL="1395933" indent="-697966" lvl="1">
              <a:lnSpc>
                <a:spcPts val="10474"/>
              </a:lnSpc>
              <a:buAutoNum type="arabicPeriod" startAt="1"/>
            </a:pPr>
            <a:r>
              <a:rPr lang="en-US" sz="6465" spc="691">
                <a:solidFill>
                  <a:srgbClr val="FFFFFF"/>
                </a:solidFill>
                <a:latin typeface="Krabuler"/>
              </a:rPr>
              <a:t>Thiết kế</a:t>
            </a:r>
          </a:p>
          <a:p>
            <a:pPr algn="l" marL="1395933" indent="-697966" lvl="1">
              <a:lnSpc>
                <a:spcPts val="10474"/>
              </a:lnSpc>
              <a:buAutoNum type="arabicPeriod" startAt="1"/>
            </a:pPr>
            <a:r>
              <a:rPr lang="en-US" sz="6465" spc="691">
                <a:solidFill>
                  <a:srgbClr val="FFFFFF"/>
                </a:solidFill>
                <a:latin typeface="Krabuler"/>
              </a:rPr>
              <a:t>Thuc hiên</a:t>
            </a:r>
          </a:p>
          <a:p>
            <a:pPr algn="l" marL="1395933" indent="-697966" lvl="1">
              <a:lnSpc>
                <a:spcPts val="10474"/>
              </a:lnSpc>
              <a:buAutoNum type="arabicPeriod" startAt="1"/>
            </a:pPr>
            <a:r>
              <a:rPr lang="en-US" sz="6465" spc="691">
                <a:solidFill>
                  <a:srgbClr val="FFFFFF"/>
                </a:solidFill>
                <a:latin typeface="Krabuler"/>
              </a:rPr>
              <a:t>Úng dung</a:t>
            </a:r>
          </a:p>
          <a:p>
            <a:pPr algn="l">
              <a:lnSpc>
                <a:spcPts val="10474"/>
              </a:lnSpc>
            </a:pPr>
          </a:p>
        </p:txBody>
      </p:sp>
      <p:sp>
        <p:nvSpPr>
          <p:cNvPr name="Freeform 6" id="6"/>
          <p:cNvSpPr/>
          <p:nvPr/>
        </p:nvSpPr>
        <p:spPr>
          <a:xfrm flipH="false" flipV="true" rot="787682">
            <a:off x="1397312" y="5080667"/>
            <a:ext cx="3435988" cy="3641221"/>
          </a:xfrm>
          <a:custGeom>
            <a:avLst/>
            <a:gdLst/>
            <a:ahLst/>
            <a:cxnLst/>
            <a:rect r="r" b="b" t="t" l="l"/>
            <a:pathLst>
              <a:path h="3641221" w="3435988">
                <a:moveTo>
                  <a:pt x="0" y="3641220"/>
                </a:moveTo>
                <a:lnTo>
                  <a:pt x="3435988" y="3641220"/>
                </a:lnTo>
                <a:lnTo>
                  <a:pt x="3435988" y="0"/>
                </a:lnTo>
                <a:lnTo>
                  <a:pt x="0" y="0"/>
                </a:lnTo>
                <a:lnTo>
                  <a:pt x="0" y="364122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568932">
            <a:off x="15282144" y="5728523"/>
            <a:ext cx="1443297" cy="2069242"/>
          </a:xfrm>
          <a:custGeom>
            <a:avLst/>
            <a:gdLst/>
            <a:ahLst/>
            <a:cxnLst/>
            <a:rect r="r" b="b" t="t" l="l"/>
            <a:pathLst>
              <a:path h="2069242" w="1443297">
                <a:moveTo>
                  <a:pt x="0" y="0"/>
                </a:moveTo>
                <a:lnTo>
                  <a:pt x="1443297" y="0"/>
                </a:lnTo>
                <a:lnTo>
                  <a:pt x="1443297" y="2069242"/>
                </a:lnTo>
                <a:lnTo>
                  <a:pt x="0" y="20692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6190582">
            <a:off x="14034320" y="781506"/>
            <a:ext cx="1514128" cy="1379233"/>
          </a:xfrm>
          <a:custGeom>
            <a:avLst/>
            <a:gdLst/>
            <a:ahLst/>
            <a:cxnLst/>
            <a:rect r="r" b="b" t="t" l="l"/>
            <a:pathLst>
              <a:path h="1379233" w="1514128">
                <a:moveTo>
                  <a:pt x="0" y="0"/>
                </a:moveTo>
                <a:lnTo>
                  <a:pt x="1514129" y="0"/>
                </a:lnTo>
                <a:lnTo>
                  <a:pt x="1514129" y="1379234"/>
                </a:lnTo>
                <a:lnTo>
                  <a:pt x="0" y="13792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9752595" y="-301411"/>
            <a:ext cx="12710840" cy="1756407"/>
          </a:xfrm>
          <a:custGeom>
            <a:avLst/>
            <a:gdLst/>
            <a:ahLst/>
            <a:cxnLst/>
            <a:rect r="r" b="b" t="t" l="l"/>
            <a:pathLst>
              <a:path h="1756407" w="12710840">
                <a:moveTo>
                  <a:pt x="0" y="0"/>
                </a:moveTo>
                <a:lnTo>
                  <a:pt x="12710840" y="0"/>
                </a:lnTo>
                <a:lnTo>
                  <a:pt x="12710840" y="1756407"/>
                </a:lnTo>
                <a:lnTo>
                  <a:pt x="0" y="17564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10800000">
            <a:off x="-5599813" y="8633321"/>
            <a:ext cx="13959219" cy="1928910"/>
          </a:xfrm>
          <a:custGeom>
            <a:avLst/>
            <a:gdLst/>
            <a:ahLst/>
            <a:cxnLst/>
            <a:rect r="r" b="b" t="t" l="l"/>
            <a:pathLst>
              <a:path h="1928910" w="13959219">
                <a:moveTo>
                  <a:pt x="0" y="0"/>
                </a:moveTo>
                <a:lnTo>
                  <a:pt x="13959219" y="0"/>
                </a:lnTo>
                <a:lnTo>
                  <a:pt x="13959219" y="1928910"/>
                </a:lnTo>
                <a:lnTo>
                  <a:pt x="0" y="19289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1" id="11"/>
          <p:cNvSpPr txBox="true"/>
          <p:nvPr/>
        </p:nvSpPr>
        <p:spPr>
          <a:xfrm rot="0">
            <a:off x="10735401" y="6961604"/>
            <a:ext cx="362289" cy="935160"/>
          </a:xfrm>
          <a:prstGeom prst="rect">
            <a:avLst/>
          </a:prstGeom>
        </p:spPr>
        <p:txBody>
          <a:bodyPr anchor="t" rtlCol="false" tIns="0" lIns="0" bIns="0" rIns="0">
            <a:spAutoFit/>
          </a:bodyPr>
          <a:lstStyle/>
          <a:p>
            <a:pPr algn="l">
              <a:lnSpc>
                <a:spcPts val="7535"/>
              </a:lnSpc>
            </a:pPr>
            <a:r>
              <a:rPr lang="en-US" sz="5665" spc="124">
                <a:solidFill>
                  <a:srgbClr val="FFFFFF"/>
                </a:solidFill>
                <a:latin typeface="Krabuler"/>
              </a:rPr>
              <a:t>.</a:t>
            </a:r>
          </a:p>
        </p:txBody>
      </p:sp>
      <p:sp>
        <p:nvSpPr>
          <p:cNvPr name="TextBox 12" id="12"/>
          <p:cNvSpPr txBox="true"/>
          <p:nvPr/>
        </p:nvSpPr>
        <p:spPr>
          <a:xfrm rot="0">
            <a:off x="9834573" y="2660515"/>
            <a:ext cx="362289" cy="1047428"/>
          </a:xfrm>
          <a:prstGeom prst="rect">
            <a:avLst/>
          </a:prstGeom>
        </p:spPr>
        <p:txBody>
          <a:bodyPr anchor="t" rtlCol="false" tIns="0" lIns="0" bIns="0" rIns="0">
            <a:spAutoFit/>
          </a:bodyPr>
          <a:lstStyle/>
          <a:p>
            <a:pPr algn="l">
              <a:lnSpc>
                <a:spcPts val="8466"/>
              </a:lnSpc>
            </a:pPr>
            <a:r>
              <a:rPr lang="en-US" sz="6365" spc="140">
                <a:solidFill>
                  <a:srgbClr val="FFFFFF"/>
                </a:solidFill>
                <a:latin typeface="Krabuler"/>
              </a:rPr>
              <a:t>̉</a:t>
            </a:r>
          </a:p>
        </p:txBody>
      </p:sp>
      <p:sp>
        <p:nvSpPr>
          <p:cNvPr name="TextBox 13" id="13"/>
          <p:cNvSpPr txBox="true"/>
          <p:nvPr/>
        </p:nvSpPr>
        <p:spPr>
          <a:xfrm rot="0">
            <a:off x="9891723" y="5419400"/>
            <a:ext cx="362289" cy="1134423"/>
          </a:xfrm>
          <a:prstGeom prst="rect">
            <a:avLst/>
          </a:prstGeom>
        </p:spPr>
        <p:txBody>
          <a:bodyPr anchor="t" rtlCol="false" tIns="0" lIns="0" bIns="0" rIns="0">
            <a:spAutoFit/>
          </a:bodyPr>
          <a:lstStyle/>
          <a:p>
            <a:pPr algn="l">
              <a:lnSpc>
                <a:spcPts val="9131"/>
              </a:lnSpc>
            </a:pPr>
            <a:r>
              <a:rPr lang="en-US" sz="6865" spc="151">
                <a:solidFill>
                  <a:srgbClr val="FFFFFF"/>
                </a:solidFill>
                <a:latin typeface="Krabuler"/>
              </a:rPr>
              <a:t>̉</a:t>
            </a:r>
          </a:p>
        </p:txBody>
      </p:sp>
      <p:sp>
        <p:nvSpPr>
          <p:cNvPr name="TextBox 14" id="14"/>
          <p:cNvSpPr txBox="true"/>
          <p:nvPr/>
        </p:nvSpPr>
        <p:spPr>
          <a:xfrm rot="0">
            <a:off x="11312738" y="5626409"/>
            <a:ext cx="362289" cy="935160"/>
          </a:xfrm>
          <a:prstGeom prst="rect">
            <a:avLst/>
          </a:prstGeom>
        </p:spPr>
        <p:txBody>
          <a:bodyPr anchor="t" rtlCol="false" tIns="0" lIns="0" bIns="0" rIns="0">
            <a:spAutoFit/>
          </a:bodyPr>
          <a:lstStyle/>
          <a:p>
            <a:pPr algn="l">
              <a:lnSpc>
                <a:spcPts val="7535"/>
              </a:lnSpc>
            </a:pPr>
            <a:r>
              <a:rPr lang="en-US" sz="5665" spc="124">
                <a:solidFill>
                  <a:srgbClr val="FFFFFF"/>
                </a:solidFill>
                <a:latin typeface="Krabuler"/>
              </a:rPr>
              <a:t>.</a:t>
            </a:r>
          </a:p>
        </p:txBody>
      </p:sp>
      <p:sp>
        <p:nvSpPr>
          <p:cNvPr name="TextBox 15" id="15"/>
          <p:cNvSpPr txBox="true"/>
          <p:nvPr/>
        </p:nvSpPr>
        <p:spPr>
          <a:xfrm rot="0">
            <a:off x="9369022" y="5626409"/>
            <a:ext cx="362289" cy="935160"/>
          </a:xfrm>
          <a:prstGeom prst="rect">
            <a:avLst/>
          </a:prstGeom>
        </p:spPr>
        <p:txBody>
          <a:bodyPr anchor="t" rtlCol="false" tIns="0" lIns="0" bIns="0" rIns="0">
            <a:spAutoFit/>
          </a:bodyPr>
          <a:lstStyle/>
          <a:p>
            <a:pPr algn="l">
              <a:lnSpc>
                <a:spcPts val="7535"/>
              </a:lnSpc>
            </a:pPr>
            <a:r>
              <a:rPr lang="en-US" sz="5665" spc="124">
                <a:solidFill>
                  <a:srgbClr val="FFFFFF"/>
                </a:solidFill>
                <a:latin typeface="Krabuler"/>
              </a:rPr>
              <a:t>.</a:t>
            </a:r>
          </a:p>
        </p:txBody>
      </p:sp>
      <p:sp>
        <p:nvSpPr>
          <p:cNvPr name="TextBox 16" id="16"/>
          <p:cNvSpPr txBox="true"/>
          <p:nvPr/>
        </p:nvSpPr>
        <p:spPr>
          <a:xfrm rot="0">
            <a:off x="8987035" y="6577376"/>
            <a:ext cx="362289" cy="1134423"/>
          </a:xfrm>
          <a:prstGeom prst="rect">
            <a:avLst/>
          </a:prstGeom>
        </p:spPr>
        <p:txBody>
          <a:bodyPr anchor="t" rtlCol="false" tIns="0" lIns="0" bIns="0" rIns="0">
            <a:spAutoFit/>
          </a:bodyPr>
          <a:lstStyle/>
          <a:p>
            <a:pPr algn="l">
              <a:lnSpc>
                <a:spcPts val="9131"/>
              </a:lnSpc>
            </a:pPr>
            <a:r>
              <a:rPr lang="en-US" sz="6865" spc="151">
                <a:solidFill>
                  <a:srgbClr val="FFFFFF"/>
                </a:solidFill>
                <a:latin typeface="Krabuler"/>
              </a:rPr>
              <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TextBox 2" id="2"/>
          <p:cNvSpPr txBox="true"/>
          <p:nvPr/>
        </p:nvSpPr>
        <p:spPr>
          <a:xfrm rot="0">
            <a:off x="2155972" y="5259421"/>
            <a:ext cx="4199874" cy="863551"/>
          </a:xfrm>
          <a:prstGeom prst="rect">
            <a:avLst/>
          </a:prstGeom>
        </p:spPr>
        <p:txBody>
          <a:bodyPr anchor="t" rtlCol="false" tIns="0" lIns="0" bIns="0" rIns="0">
            <a:spAutoFit/>
          </a:bodyPr>
          <a:lstStyle/>
          <a:p>
            <a:pPr algn="ctr">
              <a:lnSpc>
                <a:spcPts val="6999"/>
              </a:lnSpc>
              <a:spcBef>
                <a:spcPct val="0"/>
              </a:spcBef>
            </a:pPr>
            <a:r>
              <a:rPr lang="en-US" sz="4999">
                <a:solidFill>
                  <a:srgbClr val="000000"/>
                </a:solidFill>
                <a:latin typeface="Krabuler"/>
              </a:rPr>
              <a:t>THUC TẾ</a:t>
            </a:r>
          </a:p>
        </p:txBody>
      </p:sp>
      <p:sp>
        <p:nvSpPr>
          <p:cNvPr name="Freeform 3" id="3"/>
          <p:cNvSpPr/>
          <p:nvPr/>
        </p:nvSpPr>
        <p:spPr>
          <a:xfrm flipH="false" flipV="false" rot="0">
            <a:off x="4742707" y="1589776"/>
            <a:ext cx="9699658" cy="3103890"/>
          </a:xfrm>
          <a:custGeom>
            <a:avLst/>
            <a:gdLst/>
            <a:ahLst/>
            <a:cxnLst/>
            <a:rect r="r" b="b" t="t" l="l"/>
            <a:pathLst>
              <a:path h="3103890" w="9699658">
                <a:moveTo>
                  <a:pt x="0" y="0"/>
                </a:moveTo>
                <a:lnTo>
                  <a:pt x="9699657" y="0"/>
                </a:lnTo>
                <a:lnTo>
                  <a:pt x="9699657" y="3103891"/>
                </a:lnTo>
                <a:lnTo>
                  <a:pt x="0" y="31038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166726">
            <a:off x="4945189" y="2005049"/>
            <a:ext cx="9288045" cy="1668060"/>
          </a:xfrm>
          <a:prstGeom prst="rect">
            <a:avLst/>
          </a:prstGeom>
        </p:spPr>
        <p:txBody>
          <a:bodyPr anchor="t" rtlCol="false" tIns="0" lIns="0" bIns="0" rIns="0">
            <a:spAutoFit/>
          </a:bodyPr>
          <a:lstStyle/>
          <a:p>
            <a:pPr algn="ctr">
              <a:lnSpc>
                <a:spcPts val="13579"/>
              </a:lnSpc>
              <a:spcBef>
                <a:spcPct val="0"/>
              </a:spcBef>
            </a:pPr>
            <a:r>
              <a:rPr lang="en-US" sz="9699" spc="378">
                <a:solidFill>
                  <a:srgbClr val="000000"/>
                </a:solidFill>
                <a:latin typeface="Krabuler"/>
              </a:rPr>
              <a:t>KHAO SÁT</a:t>
            </a:r>
          </a:p>
        </p:txBody>
      </p:sp>
      <p:sp>
        <p:nvSpPr>
          <p:cNvPr name="TextBox 5" id="5"/>
          <p:cNvSpPr txBox="true"/>
          <p:nvPr/>
        </p:nvSpPr>
        <p:spPr>
          <a:xfrm rot="0">
            <a:off x="7044063" y="5259421"/>
            <a:ext cx="4199874" cy="863551"/>
          </a:xfrm>
          <a:prstGeom prst="rect">
            <a:avLst/>
          </a:prstGeom>
        </p:spPr>
        <p:txBody>
          <a:bodyPr anchor="t" rtlCol="false" tIns="0" lIns="0" bIns="0" rIns="0">
            <a:spAutoFit/>
          </a:bodyPr>
          <a:lstStyle/>
          <a:p>
            <a:pPr algn="ctr">
              <a:lnSpc>
                <a:spcPts val="6999"/>
              </a:lnSpc>
              <a:spcBef>
                <a:spcPct val="0"/>
              </a:spcBef>
            </a:pPr>
            <a:r>
              <a:rPr lang="en-US" sz="4999">
                <a:solidFill>
                  <a:srgbClr val="000000"/>
                </a:solidFill>
                <a:latin typeface="Krabuler Bold"/>
              </a:rPr>
              <a:t>DU LIỆU</a:t>
            </a:r>
          </a:p>
        </p:txBody>
      </p:sp>
      <p:sp>
        <p:nvSpPr>
          <p:cNvPr name="TextBox 6" id="6"/>
          <p:cNvSpPr txBox="true"/>
          <p:nvPr/>
        </p:nvSpPr>
        <p:spPr>
          <a:xfrm rot="0">
            <a:off x="11932153" y="5259421"/>
            <a:ext cx="4199874" cy="863551"/>
          </a:xfrm>
          <a:prstGeom prst="rect">
            <a:avLst/>
          </a:prstGeom>
        </p:spPr>
        <p:txBody>
          <a:bodyPr anchor="t" rtlCol="false" tIns="0" lIns="0" bIns="0" rIns="0">
            <a:spAutoFit/>
          </a:bodyPr>
          <a:lstStyle/>
          <a:p>
            <a:pPr algn="ctr">
              <a:lnSpc>
                <a:spcPts val="6999"/>
              </a:lnSpc>
              <a:spcBef>
                <a:spcPct val="0"/>
              </a:spcBef>
            </a:pPr>
            <a:r>
              <a:rPr lang="en-US" sz="4999">
                <a:solidFill>
                  <a:srgbClr val="000000"/>
                </a:solidFill>
                <a:latin typeface="Krabuler"/>
              </a:rPr>
              <a:t>CHUC NĂNG</a:t>
            </a:r>
          </a:p>
        </p:txBody>
      </p:sp>
      <p:sp>
        <p:nvSpPr>
          <p:cNvPr name="Freeform 7" id="7"/>
          <p:cNvSpPr/>
          <p:nvPr/>
        </p:nvSpPr>
        <p:spPr>
          <a:xfrm flipH="false" flipV="false" rot="0">
            <a:off x="10538197" y="3444543"/>
            <a:ext cx="2704795" cy="1249123"/>
          </a:xfrm>
          <a:custGeom>
            <a:avLst/>
            <a:gdLst/>
            <a:ahLst/>
            <a:cxnLst/>
            <a:rect r="r" b="b" t="t" l="l"/>
            <a:pathLst>
              <a:path h="1249123" w="2704795">
                <a:moveTo>
                  <a:pt x="0" y="0"/>
                </a:moveTo>
                <a:lnTo>
                  <a:pt x="2704795" y="0"/>
                </a:lnTo>
                <a:lnTo>
                  <a:pt x="2704795" y="1249124"/>
                </a:lnTo>
                <a:lnTo>
                  <a:pt x="0" y="12491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491967">
            <a:off x="4392492" y="950145"/>
            <a:ext cx="2241878" cy="2042147"/>
          </a:xfrm>
          <a:custGeom>
            <a:avLst/>
            <a:gdLst/>
            <a:ahLst/>
            <a:cxnLst/>
            <a:rect r="r" b="b" t="t" l="l"/>
            <a:pathLst>
              <a:path h="2042147" w="2241878">
                <a:moveTo>
                  <a:pt x="0" y="0"/>
                </a:moveTo>
                <a:lnTo>
                  <a:pt x="2241878" y="0"/>
                </a:lnTo>
                <a:lnTo>
                  <a:pt x="2241878" y="2042147"/>
                </a:lnTo>
                <a:lnTo>
                  <a:pt x="0" y="20421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4706294">
            <a:off x="-104297" y="1286525"/>
            <a:ext cx="3895386" cy="4128059"/>
          </a:xfrm>
          <a:custGeom>
            <a:avLst/>
            <a:gdLst/>
            <a:ahLst/>
            <a:cxnLst/>
            <a:rect r="r" b="b" t="t" l="l"/>
            <a:pathLst>
              <a:path h="4128059" w="3895386">
                <a:moveTo>
                  <a:pt x="0" y="4128058"/>
                </a:moveTo>
                <a:lnTo>
                  <a:pt x="3895387" y="4128058"/>
                </a:lnTo>
                <a:lnTo>
                  <a:pt x="3895387" y="0"/>
                </a:lnTo>
                <a:lnTo>
                  <a:pt x="0" y="0"/>
                </a:lnTo>
                <a:lnTo>
                  <a:pt x="0" y="4128058"/>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568932">
            <a:off x="15725241" y="2538573"/>
            <a:ext cx="1447775" cy="2075662"/>
          </a:xfrm>
          <a:custGeom>
            <a:avLst/>
            <a:gdLst/>
            <a:ahLst/>
            <a:cxnLst/>
            <a:rect r="r" b="b" t="t" l="l"/>
            <a:pathLst>
              <a:path h="2075662" w="1447775">
                <a:moveTo>
                  <a:pt x="0" y="0"/>
                </a:moveTo>
                <a:lnTo>
                  <a:pt x="1447774" y="0"/>
                </a:lnTo>
                <a:lnTo>
                  <a:pt x="1447774" y="2075662"/>
                </a:lnTo>
                <a:lnTo>
                  <a:pt x="0" y="20756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538197" y="0"/>
            <a:ext cx="10083238" cy="1393320"/>
          </a:xfrm>
          <a:custGeom>
            <a:avLst/>
            <a:gdLst/>
            <a:ahLst/>
            <a:cxnLst/>
            <a:rect r="r" b="b" t="t" l="l"/>
            <a:pathLst>
              <a:path h="1393320" w="10083238">
                <a:moveTo>
                  <a:pt x="0" y="0"/>
                </a:moveTo>
                <a:lnTo>
                  <a:pt x="10083238" y="0"/>
                </a:lnTo>
                <a:lnTo>
                  <a:pt x="10083238" y="1393320"/>
                </a:lnTo>
                <a:lnTo>
                  <a:pt x="0" y="13933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800000">
            <a:off x="-4098675" y="8905418"/>
            <a:ext cx="9279203" cy="2078243"/>
          </a:xfrm>
          <a:custGeom>
            <a:avLst/>
            <a:gdLst/>
            <a:ahLst/>
            <a:cxnLst/>
            <a:rect r="r" b="b" t="t" l="l"/>
            <a:pathLst>
              <a:path h="2078243" w="9279203">
                <a:moveTo>
                  <a:pt x="0" y="0"/>
                </a:moveTo>
                <a:lnTo>
                  <a:pt x="9279203" y="0"/>
                </a:lnTo>
                <a:lnTo>
                  <a:pt x="9279203" y="2078242"/>
                </a:lnTo>
                <a:lnTo>
                  <a:pt x="0" y="2078242"/>
                </a:lnTo>
                <a:lnTo>
                  <a:pt x="0" y="0"/>
                </a:lnTo>
                <a:close/>
              </a:path>
            </a:pathLst>
          </a:custGeom>
          <a:blipFill>
            <a:blip r:embed="rId12">
              <a:extLst>
                <a:ext uri="{96DAC541-7B7A-43D3-8B79-37D633B846F1}">
                  <asvg:svgBlip xmlns:asvg="http://schemas.microsoft.com/office/drawing/2016/SVG/main" r:embed="rId13"/>
                </a:ext>
              </a:extLst>
            </a:blip>
            <a:stretch>
              <a:fillRect l="-62081" t="0" r="0" b="0"/>
            </a:stretch>
          </a:blipFill>
        </p:spPr>
      </p:sp>
      <p:sp>
        <p:nvSpPr>
          <p:cNvPr name="TextBox 13" id="13"/>
          <p:cNvSpPr txBox="true"/>
          <p:nvPr/>
        </p:nvSpPr>
        <p:spPr>
          <a:xfrm rot="0">
            <a:off x="8769092" y="5239407"/>
            <a:ext cx="395036" cy="863551"/>
          </a:xfrm>
          <a:prstGeom prst="rect">
            <a:avLst/>
          </a:prstGeom>
        </p:spPr>
        <p:txBody>
          <a:bodyPr anchor="t" rtlCol="false" tIns="0" lIns="0" bIns="0" rIns="0">
            <a:spAutoFit/>
          </a:bodyPr>
          <a:lstStyle/>
          <a:p>
            <a:pPr algn="ctr">
              <a:lnSpc>
                <a:spcPts val="6999"/>
              </a:lnSpc>
              <a:spcBef>
                <a:spcPct val="0"/>
              </a:spcBef>
            </a:pPr>
            <a:r>
              <a:rPr lang="en-US" sz="4999">
                <a:solidFill>
                  <a:srgbClr val="000000"/>
                </a:solidFill>
                <a:latin typeface="Krabuler Bold"/>
              </a:rPr>
              <a:t>̉</a:t>
            </a:r>
          </a:p>
        </p:txBody>
      </p:sp>
      <p:sp>
        <p:nvSpPr>
          <p:cNvPr name="TextBox 14" id="14"/>
          <p:cNvSpPr txBox="true"/>
          <p:nvPr/>
        </p:nvSpPr>
        <p:spPr>
          <a:xfrm rot="-183980">
            <a:off x="8864395" y="1940837"/>
            <a:ext cx="395036" cy="1219763"/>
          </a:xfrm>
          <a:prstGeom prst="rect">
            <a:avLst/>
          </a:prstGeom>
        </p:spPr>
        <p:txBody>
          <a:bodyPr anchor="t" rtlCol="false" tIns="0" lIns="0" bIns="0" rIns="0">
            <a:spAutoFit/>
          </a:bodyPr>
          <a:lstStyle/>
          <a:p>
            <a:pPr algn="ctr">
              <a:lnSpc>
                <a:spcPts val="9939"/>
              </a:lnSpc>
              <a:spcBef>
                <a:spcPct val="0"/>
              </a:spcBef>
            </a:pPr>
            <a:r>
              <a:rPr lang="en-US" sz="7099">
                <a:solidFill>
                  <a:srgbClr val="000000"/>
                </a:solidFill>
                <a:latin typeface="Krabuler Bold"/>
              </a:rPr>
              <a:t>̉</a:t>
            </a:r>
          </a:p>
        </p:txBody>
      </p:sp>
      <p:sp>
        <p:nvSpPr>
          <p:cNvPr name="TextBox 15" id="15"/>
          <p:cNvSpPr txBox="true"/>
          <p:nvPr/>
        </p:nvSpPr>
        <p:spPr>
          <a:xfrm rot="0">
            <a:off x="3860874" y="5444805"/>
            <a:ext cx="395036" cy="863551"/>
          </a:xfrm>
          <a:prstGeom prst="rect">
            <a:avLst/>
          </a:prstGeom>
        </p:spPr>
        <p:txBody>
          <a:bodyPr anchor="t" rtlCol="false" tIns="0" lIns="0" bIns="0" rIns="0">
            <a:spAutoFit/>
          </a:bodyPr>
          <a:lstStyle/>
          <a:p>
            <a:pPr algn="ctr">
              <a:lnSpc>
                <a:spcPts val="6999"/>
              </a:lnSpc>
              <a:spcBef>
                <a:spcPct val="0"/>
              </a:spcBef>
            </a:pPr>
            <a:r>
              <a:rPr lang="en-US" sz="4999">
                <a:solidFill>
                  <a:srgbClr val="000000"/>
                </a:solidFill>
                <a:latin typeface="Krabuler Bold"/>
              </a:rPr>
              <a:t>.</a:t>
            </a:r>
          </a:p>
        </p:txBody>
      </p:sp>
      <p:sp>
        <p:nvSpPr>
          <p:cNvPr name="TextBox 16" id="16"/>
          <p:cNvSpPr txBox="true"/>
          <p:nvPr/>
        </p:nvSpPr>
        <p:spPr>
          <a:xfrm rot="0">
            <a:off x="8571574" y="5065417"/>
            <a:ext cx="395036" cy="863551"/>
          </a:xfrm>
          <a:prstGeom prst="rect">
            <a:avLst/>
          </a:prstGeom>
        </p:spPr>
        <p:txBody>
          <a:bodyPr anchor="t" rtlCol="false" tIns="0" lIns="0" bIns="0" rIns="0">
            <a:spAutoFit/>
          </a:bodyPr>
          <a:lstStyle/>
          <a:p>
            <a:pPr algn="ctr">
              <a:lnSpc>
                <a:spcPts val="6999"/>
              </a:lnSpc>
              <a:spcBef>
                <a:spcPct val="0"/>
              </a:spcBef>
            </a:pPr>
            <a:r>
              <a:rPr lang="en-US" sz="4999">
                <a:solidFill>
                  <a:srgbClr val="000000"/>
                </a:solidFill>
                <a:latin typeface="Krabuler Bold"/>
              </a:rPr>
              <a:t>̃</a:t>
            </a:r>
          </a:p>
        </p:txBody>
      </p:sp>
      <p:sp>
        <p:nvSpPr>
          <p:cNvPr name="TextBox 17" id="17"/>
          <p:cNvSpPr txBox="true"/>
          <p:nvPr/>
        </p:nvSpPr>
        <p:spPr>
          <a:xfrm rot="0">
            <a:off x="13564123" y="5239407"/>
            <a:ext cx="395036" cy="863551"/>
          </a:xfrm>
          <a:prstGeom prst="rect">
            <a:avLst/>
          </a:prstGeom>
        </p:spPr>
        <p:txBody>
          <a:bodyPr anchor="t" rtlCol="false" tIns="0" lIns="0" bIns="0" rIns="0">
            <a:spAutoFit/>
          </a:bodyPr>
          <a:lstStyle/>
          <a:p>
            <a:pPr algn="ctr">
              <a:lnSpc>
                <a:spcPts val="6999"/>
              </a:lnSpc>
              <a:spcBef>
                <a:spcPct val="0"/>
              </a:spcBef>
            </a:pPr>
            <a:r>
              <a:rPr lang="en-US" sz="4999">
                <a:solidFill>
                  <a:srgbClr val="000000"/>
                </a:solidFill>
                <a:latin typeface="Krabuler Bold"/>
              </a:rPr>
              <a:t>̉</a:t>
            </a:r>
          </a:p>
        </p:txBody>
      </p:sp>
      <p:sp>
        <p:nvSpPr>
          <p:cNvPr name="TextBox 18" id="18"/>
          <p:cNvSpPr txBox="true"/>
          <p:nvPr/>
        </p:nvSpPr>
        <p:spPr>
          <a:xfrm rot="0">
            <a:off x="13344155" y="5065417"/>
            <a:ext cx="395036" cy="863551"/>
          </a:xfrm>
          <a:prstGeom prst="rect">
            <a:avLst/>
          </a:prstGeom>
        </p:spPr>
        <p:txBody>
          <a:bodyPr anchor="t" rtlCol="false" tIns="0" lIns="0" bIns="0" rIns="0">
            <a:spAutoFit/>
          </a:bodyPr>
          <a:lstStyle/>
          <a:p>
            <a:pPr algn="ctr">
              <a:lnSpc>
                <a:spcPts val="6999"/>
              </a:lnSpc>
              <a:spcBef>
                <a:spcPct val="0"/>
              </a:spcBef>
            </a:pPr>
            <a:r>
              <a:rPr lang="en-US" sz="4999">
                <a:solidFill>
                  <a:srgbClr val="000000"/>
                </a:solidFill>
                <a:latin typeface="Krabuler Bold"/>
              </a:rPr>
              <a:t>́</a:t>
            </a:r>
          </a:p>
        </p:txBody>
      </p:sp>
      <p:sp>
        <p:nvSpPr>
          <p:cNvPr name="TextBox 19" id="19"/>
          <p:cNvSpPr txBox="true"/>
          <p:nvPr/>
        </p:nvSpPr>
        <p:spPr>
          <a:xfrm rot="0">
            <a:off x="4146794" y="5246086"/>
            <a:ext cx="395036" cy="863551"/>
          </a:xfrm>
          <a:prstGeom prst="rect">
            <a:avLst/>
          </a:prstGeom>
        </p:spPr>
        <p:txBody>
          <a:bodyPr anchor="t" rtlCol="false" tIns="0" lIns="0" bIns="0" rIns="0">
            <a:spAutoFit/>
          </a:bodyPr>
          <a:lstStyle/>
          <a:p>
            <a:pPr algn="ctr">
              <a:lnSpc>
                <a:spcPts val="6999"/>
              </a:lnSpc>
              <a:spcBef>
                <a:spcPct val="0"/>
              </a:spcBef>
            </a:pPr>
            <a:r>
              <a:rPr lang="en-US" sz="4999">
                <a:solidFill>
                  <a:srgbClr val="000000"/>
                </a:solidFill>
                <a:latin typeface="Krabuler Bold"/>
              </a:rPr>
              <a:t>̉</a:t>
            </a:r>
          </a:p>
        </p:txBody>
      </p:sp>
      <p:sp>
        <p:nvSpPr>
          <p:cNvPr name="TextBox 20" id="20"/>
          <p:cNvSpPr txBox="true"/>
          <p:nvPr/>
        </p:nvSpPr>
        <p:spPr>
          <a:xfrm rot="0">
            <a:off x="7115607" y="6618273"/>
            <a:ext cx="4199874" cy="1636652"/>
          </a:xfrm>
          <a:prstGeom prst="rect">
            <a:avLst/>
          </a:prstGeom>
        </p:spPr>
        <p:txBody>
          <a:bodyPr anchor="t" rtlCol="false" tIns="0" lIns="0" bIns="0" rIns="0">
            <a:spAutoFit/>
          </a:bodyPr>
          <a:lstStyle/>
          <a:p>
            <a:pPr algn="just">
              <a:lnSpc>
                <a:spcPts val="2622"/>
              </a:lnSpc>
            </a:pPr>
            <a:r>
              <a:rPr lang="en-US" sz="2300">
                <a:solidFill>
                  <a:srgbClr val="000000"/>
                </a:solidFill>
                <a:latin typeface="Roboto Bold"/>
              </a:rPr>
              <a:t>Thu thập, phân tích và diễn giải dữ liệu từ các nguồn có sẵn, thường là các dữ liệu số hoặc dữ liệu đã được lưu trữ trong các hệ thống cơ sở dữ liệu.</a:t>
            </a:r>
          </a:p>
        </p:txBody>
      </p:sp>
      <p:sp>
        <p:nvSpPr>
          <p:cNvPr name="TextBox 21" id="21"/>
          <p:cNvSpPr txBox="true"/>
          <p:nvPr/>
        </p:nvSpPr>
        <p:spPr>
          <a:xfrm rot="0">
            <a:off x="2216137" y="6618273"/>
            <a:ext cx="4199874" cy="1636652"/>
          </a:xfrm>
          <a:prstGeom prst="rect">
            <a:avLst/>
          </a:prstGeom>
        </p:spPr>
        <p:txBody>
          <a:bodyPr anchor="t" rtlCol="false" tIns="0" lIns="0" bIns="0" rIns="0">
            <a:spAutoFit/>
          </a:bodyPr>
          <a:lstStyle/>
          <a:p>
            <a:pPr algn="just">
              <a:lnSpc>
                <a:spcPts val="2622"/>
              </a:lnSpc>
            </a:pPr>
            <a:r>
              <a:rPr lang="en-US" sz="2300">
                <a:solidFill>
                  <a:srgbClr val="000000"/>
                </a:solidFill>
                <a:latin typeface="Roboto Bold"/>
              </a:rPr>
              <a:t>Thu thập thông tin trực tiếp từ người dùng, khách hàng, hoặc các bên liên quan thông qua việc tương tác trực tiếp hoặc quan sát.</a:t>
            </a:r>
          </a:p>
        </p:txBody>
      </p:sp>
      <p:sp>
        <p:nvSpPr>
          <p:cNvPr name="TextBox 22" id="22"/>
          <p:cNvSpPr txBox="true"/>
          <p:nvPr/>
        </p:nvSpPr>
        <p:spPr>
          <a:xfrm rot="0">
            <a:off x="11977245" y="6618273"/>
            <a:ext cx="4199874" cy="1312827"/>
          </a:xfrm>
          <a:prstGeom prst="rect">
            <a:avLst/>
          </a:prstGeom>
        </p:spPr>
        <p:txBody>
          <a:bodyPr anchor="t" rtlCol="false" tIns="0" lIns="0" bIns="0" rIns="0">
            <a:spAutoFit/>
          </a:bodyPr>
          <a:lstStyle/>
          <a:p>
            <a:pPr algn="just">
              <a:lnSpc>
                <a:spcPts val="2622"/>
              </a:lnSpc>
            </a:pPr>
            <a:r>
              <a:rPr lang="en-US" sz="2300">
                <a:solidFill>
                  <a:srgbClr val="000000"/>
                </a:solidFill>
                <a:latin typeface="Roboto Bold"/>
              </a:rPr>
              <a:t>Thu thập và phân tích các yêu cầu chức năng của một hệ thống hoặc ứng dụng phần mềm.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7670131" y="8661831"/>
            <a:ext cx="12159733" cy="1680254"/>
          </a:xfrm>
          <a:custGeom>
            <a:avLst/>
            <a:gdLst/>
            <a:ahLst/>
            <a:cxnLst/>
            <a:rect r="r" b="b" t="t" l="l"/>
            <a:pathLst>
              <a:path h="1680254" w="12159733">
                <a:moveTo>
                  <a:pt x="12159733" y="0"/>
                </a:moveTo>
                <a:lnTo>
                  <a:pt x="0" y="0"/>
                </a:lnTo>
                <a:lnTo>
                  <a:pt x="0" y="1680254"/>
                </a:lnTo>
                <a:lnTo>
                  <a:pt x="12159733" y="1680254"/>
                </a:lnTo>
                <a:lnTo>
                  <a:pt x="1215973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972581" y="-143918"/>
            <a:ext cx="13032502" cy="1800855"/>
          </a:xfrm>
          <a:custGeom>
            <a:avLst/>
            <a:gdLst/>
            <a:ahLst/>
            <a:cxnLst/>
            <a:rect r="r" b="b" t="t" l="l"/>
            <a:pathLst>
              <a:path h="1800855" w="13032502">
                <a:moveTo>
                  <a:pt x="13032501" y="0"/>
                </a:moveTo>
                <a:lnTo>
                  <a:pt x="0" y="0"/>
                </a:lnTo>
                <a:lnTo>
                  <a:pt x="0" y="1800855"/>
                </a:lnTo>
                <a:lnTo>
                  <a:pt x="13032501" y="1800855"/>
                </a:lnTo>
                <a:lnTo>
                  <a:pt x="130325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3074390" y="1314543"/>
            <a:ext cx="12148746" cy="7912169"/>
            <a:chOff x="0" y="0"/>
            <a:chExt cx="16549709" cy="10778404"/>
          </a:xfrm>
        </p:grpSpPr>
        <p:sp>
          <p:nvSpPr>
            <p:cNvPr name="Freeform 5" id="5"/>
            <p:cNvSpPr/>
            <p:nvPr/>
          </p:nvSpPr>
          <p:spPr>
            <a:xfrm flipH="false" flipV="false" rot="0">
              <a:off x="31750" y="31750"/>
              <a:ext cx="16486209" cy="10714903"/>
            </a:xfrm>
            <a:custGeom>
              <a:avLst/>
              <a:gdLst/>
              <a:ahLst/>
              <a:cxnLst/>
              <a:rect r="r" b="b" t="t" l="l"/>
              <a:pathLst>
                <a:path h="10714903" w="16486209">
                  <a:moveTo>
                    <a:pt x="16393499" y="10714903"/>
                  </a:moveTo>
                  <a:lnTo>
                    <a:pt x="92710" y="10714903"/>
                  </a:lnTo>
                  <a:cubicBezTo>
                    <a:pt x="41910" y="10714903"/>
                    <a:pt x="0" y="10672993"/>
                    <a:pt x="0" y="10622193"/>
                  </a:cubicBezTo>
                  <a:lnTo>
                    <a:pt x="0" y="92710"/>
                  </a:lnTo>
                  <a:cubicBezTo>
                    <a:pt x="0" y="41910"/>
                    <a:pt x="41910" y="0"/>
                    <a:pt x="92710" y="0"/>
                  </a:cubicBezTo>
                  <a:lnTo>
                    <a:pt x="16392229" y="0"/>
                  </a:lnTo>
                  <a:cubicBezTo>
                    <a:pt x="16443029" y="0"/>
                    <a:pt x="16484940" y="41910"/>
                    <a:pt x="16484940" y="92710"/>
                  </a:cubicBezTo>
                  <a:lnTo>
                    <a:pt x="16484940" y="10620924"/>
                  </a:lnTo>
                  <a:cubicBezTo>
                    <a:pt x="16486209" y="10672993"/>
                    <a:pt x="16444299" y="10714903"/>
                    <a:pt x="16393499" y="10714903"/>
                  </a:cubicBezTo>
                  <a:close/>
                </a:path>
              </a:pathLst>
            </a:custGeom>
            <a:solidFill>
              <a:srgbClr val="FBF7F1"/>
            </a:solidFill>
          </p:spPr>
        </p:sp>
        <p:sp>
          <p:nvSpPr>
            <p:cNvPr name="Freeform 6" id="6"/>
            <p:cNvSpPr/>
            <p:nvPr/>
          </p:nvSpPr>
          <p:spPr>
            <a:xfrm flipH="false" flipV="false" rot="0">
              <a:off x="0" y="0"/>
              <a:ext cx="16549709" cy="10778404"/>
            </a:xfrm>
            <a:custGeom>
              <a:avLst/>
              <a:gdLst/>
              <a:ahLst/>
              <a:cxnLst/>
              <a:rect r="r" b="b" t="t" l="l"/>
              <a:pathLst>
                <a:path h="10778404" w="16549709">
                  <a:moveTo>
                    <a:pt x="16425249" y="59690"/>
                  </a:moveTo>
                  <a:cubicBezTo>
                    <a:pt x="16460809" y="59690"/>
                    <a:pt x="16490018" y="88900"/>
                    <a:pt x="16490018" y="124460"/>
                  </a:cubicBezTo>
                  <a:lnTo>
                    <a:pt x="16490018" y="10653944"/>
                  </a:lnTo>
                  <a:cubicBezTo>
                    <a:pt x="16490018" y="10689504"/>
                    <a:pt x="16460809" y="10718714"/>
                    <a:pt x="16425249" y="10718714"/>
                  </a:cubicBezTo>
                  <a:lnTo>
                    <a:pt x="124460" y="10718714"/>
                  </a:lnTo>
                  <a:cubicBezTo>
                    <a:pt x="88900" y="10718714"/>
                    <a:pt x="59690" y="10689504"/>
                    <a:pt x="59690" y="10653944"/>
                  </a:cubicBezTo>
                  <a:lnTo>
                    <a:pt x="59690" y="124460"/>
                  </a:lnTo>
                  <a:cubicBezTo>
                    <a:pt x="59690" y="88900"/>
                    <a:pt x="88900" y="59690"/>
                    <a:pt x="124460" y="59690"/>
                  </a:cubicBezTo>
                  <a:lnTo>
                    <a:pt x="16425249" y="59690"/>
                  </a:lnTo>
                  <a:moveTo>
                    <a:pt x="16425249" y="0"/>
                  </a:moveTo>
                  <a:lnTo>
                    <a:pt x="124460" y="0"/>
                  </a:lnTo>
                  <a:cubicBezTo>
                    <a:pt x="55880" y="0"/>
                    <a:pt x="0" y="55880"/>
                    <a:pt x="0" y="124460"/>
                  </a:cubicBezTo>
                  <a:lnTo>
                    <a:pt x="0" y="10653944"/>
                  </a:lnTo>
                  <a:cubicBezTo>
                    <a:pt x="0" y="10722524"/>
                    <a:pt x="55880" y="10778404"/>
                    <a:pt x="124460" y="10778404"/>
                  </a:cubicBezTo>
                  <a:lnTo>
                    <a:pt x="16425249" y="10778404"/>
                  </a:lnTo>
                  <a:cubicBezTo>
                    <a:pt x="16493829" y="10778404"/>
                    <a:pt x="16549709" y="10722524"/>
                    <a:pt x="16549709" y="10653944"/>
                  </a:cubicBezTo>
                  <a:lnTo>
                    <a:pt x="16549709" y="124460"/>
                  </a:lnTo>
                  <a:cubicBezTo>
                    <a:pt x="16549709" y="55880"/>
                    <a:pt x="16493829" y="0"/>
                    <a:pt x="16425249" y="0"/>
                  </a:cubicBezTo>
                  <a:close/>
                </a:path>
              </a:pathLst>
            </a:custGeom>
            <a:solidFill>
              <a:srgbClr val="191919"/>
            </a:solidFill>
          </p:spPr>
        </p:sp>
      </p:grpSp>
      <p:sp>
        <p:nvSpPr>
          <p:cNvPr name="AutoShape 7" id="7"/>
          <p:cNvSpPr/>
          <p:nvPr/>
        </p:nvSpPr>
        <p:spPr>
          <a:xfrm flipH="true">
            <a:off x="3064865" y="4207368"/>
            <a:ext cx="12148746" cy="0"/>
          </a:xfrm>
          <a:prstGeom prst="line">
            <a:avLst/>
          </a:prstGeom>
          <a:ln cap="flat" w="38100">
            <a:solidFill>
              <a:srgbClr val="000000"/>
            </a:solidFill>
            <a:prstDash val="solid"/>
            <a:headEnd type="none" len="sm" w="sm"/>
            <a:tailEnd type="none" len="sm" w="sm"/>
          </a:ln>
        </p:spPr>
      </p:sp>
      <p:sp>
        <p:nvSpPr>
          <p:cNvPr name="Freeform 8" id="8"/>
          <p:cNvSpPr/>
          <p:nvPr/>
        </p:nvSpPr>
        <p:spPr>
          <a:xfrm flipH="true" flipV="false" rot="-232289">
            <a:off x="11596108" y="528183"/>
            <a:ext cx="5940956" cy="4828377"/>
          </a:xfrm>
          <a:custGeom>
            <a:avLst/>
            <a:gdLst/>
            <a:ahLst/>
            <a:cxnLst/>
            <a:rect r="r" b="b" t="t" l="l"/>
            <a:pathLst>
              <a:path h="4828377" w="5940956">
                <a:moveTo>
                  <a:pt x="5940956" y="0"/>
                </a:moveTo>
                <a:lnTo>
                  <a:pt x="0" y="0"/>
                </a:lnTo>
                <a:lnTo>
                  <a:pt x="0" y="4828377"/>
                </a:lnTo>
                <a:lnTo>
                  <a:pt x="5940956" y="4828377"/>
                </a:lnTo>
                <a:lnTo>
                  <a:pt x="594095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508112">
            <a:off x="514679" y="1463528"/>
            <a:ext cx="2513769" cy="4114800"/>
          </a:xfrm>
          <a:custGeom>
            <a:avLst/>
            <a:gdLst/>
            <a:ahLst/>
            <a:cxnLst/>
            <a:rect r="r" b="b" t="t" l="l"/>
            <a:pathLst>
              <a:path h="4114800" w="2513769">
                <a:moveTo>
                  <a:pt x="0" y="0"/>
                </a:moveTo>
                <a:lnTo>
                  <a:pt x="2513769" y="0"/>
                </a:lnTo>
                <a:lnTo>
                  <a:pt x="251376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4097649" y="5307931"/>
            <a:ext cx="1979545" cy="1979545"/>
          </a:xfrm>
          <a:custGeom>
            <a:avLst/>
            <a:gdLst/>
            <a:ahLst/>
            <a:cxnLst/>
            <a:rect r="r" b="b" t="t" l="l"/>
            <a:pathLst>
              <a:path h="1979545" w="1979545">
                <a:moveTo>
                  <a:pt x="0" y="0"/>
                </a:moveTo>
                <a:lnTo>
                  <a:pt x="1979545" y="0"/>
                </a:lnTo>
                <a:lnTo>
                  <a:pt x="1979545" y="1979545"/>
                </a:lnTo>
                <a:lnTo>
                  <a:pt x="0" y="19795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0">
            <a:off x="5342680" y="6663467"/>
            <a:ext cx="1119552" cy="1077578"/>
            <a:chOff x="30480" y="591820"/>
            <a:chExt cx="12736830" cy="12259310"/>
          </a:xfrm>
        </p:grpSpPr>
        <p:sp>
          <p:nvSpPr>
            <p:cNvPr name="Freeform 12" id="12"/>
            <p:cNvSpPr/>
            <p:nvPr/>
          </p:nvSpPr>
          <p:spPr>
            <a:xfrm flipH="false" flipV="false" rot="0">
              <a:off x="0" y="0"/>
              <a:ext cx="12736830" cy="12259310"/>
            </a:xfrm>
            <a:custGeom>
              <a:avLst/>
              <a:gdLst/>
              <a:ahLst/>
              <a:cxnLst/>
              <a:rect r="r" b="b" t="t" l="l"/>
              <a:pathLst>
                <a:path h="12259310" w="12736830">
                  <a:moveTo>
                    <a:pt x="11925300" y="4271010"/>
                  </a:moveTo>
                  <a:cubicBezTo>
                    <a:pt x="10819130" y="2120900"/>
                    <a:pt x="8590280" y="544830"/>
                    <a:pt x="6215380" y="297180"/>
                  </a:cubicBezTo>
                  <a:cubicBezTo>
                    <a:pt x="4277360" y="0"/>
                    <a:pt x="3002280" y="913130"/>
                    <a:pt x="1960880" y="2170430"/>
                  </a:cubicBezTo>
                  <a:cubicBezTo>
                    <a:pt x="919480" y="3427730"/>
                    <a:pt x="365760" y="5030470"/>
                    <a:pt x="142240" y="6647180"/>
                  </a:cubicBezTo>
                  <a:cubicBezTo>
                    <a:pt x="24130" y="7500620"/>
                    <a:pt x="0" y="8406130"/>
                    <a:pt x="361950" y="9188450"/>
                  </a:cubicBezTo>
                  <a:cubicBezTo>
                    <a:pt x="820420" y="10180320"/>
                    <a:pt x="1822450" y="10811510"/>
                    <a:pt x="2842260" y="11203940"/>
                  </a:cubicBezTo>
                  <a:cubicBezTo>
                    <a:pt x="5585460" y="12259310"/>
                    <a:pt x="8953501" y="11850370"/>
                    <a:pt x="11088370" y="9828530"/>
                  </a:cubicBezTo>
                  <a:cubicBezTo>
                    <a:pt x="11756390" y="9196070"/>
                    <a:pt x="12303760" y="8403590"/>
                    <a:pt x="12499340" y="7504430"/>
                  </a:cubicBezTo>
                  <a:cubicBezTo>
                    <a:pt x="12736830" y="6413500"/>
                    <a:pt x="12435840" y="5264150"/>
                    <a:pt x="11925300" y="4271010"/>
                  </a:cubicBezTo>
                  <a:close/>
                </a:path>
              </a:pathLst>
            </a:custGeom>
            <a:blipFill>
              <a:blip r:embed="rId10"/>
              <a:stretch>
                <a:fillRect l="0" t="-20734" r="0" b="-42258"/>
              </a:stretch>
            </a:blipFill>
          </p:spPr>
        </p:sp>
      </p:grpSp>
      <p:sp>
        <p:nvSpPr>
          <p:cNvPr name="TextBox 13" id="13"/>
          <p:cNvSpPr txBox="true"/>
          <p:nvPr/>
        </p:nvSpPr>
        <p:spPr>
          <a:xfrm rot="1745673">
            <a:off x="12438004" y="1985846"/>
            <a:ext cx="4592383" cy="1335935"/>
          </a:xfrm>
          <a:prstGeom prst="rect">
            <a:avLst/>
          </a:prstGeom>
        </p:spPr>
        <p:txBody>
          <a:bodyPr anchor="t" rtlCol="false" tIns="0" lIns="0" bIns="0" rIns="0">
            <a:spAutoFit/>
          </a:bodyPr>
          <a:lstStyle/>
          <a:p>
            <a:pPr algn="ctr">
              <a:lnSpc>
                <a:spcPts val="10606"/>
              </a:lnSpc>
            </a:pPr>
            <a:r>
              <a:rPr lang="en-US" sz="8417">
                <a:solidFill>
                  <a:srgbClr val="000000"/>
                </a:solidFill>
                <a:latin typeface="Krabuler"/>
              </a:rPr>
              <a:t>THIẾT KẾ</a:t>
            </a:r>
          </a:p>
        </p:txBody>
      </p:sp>
      <p:sp>
        <p:nvSpPr>
          <p:cNvPr name="TextBox 14" id="14"/>
          <p:cNvSpPr txBox="true"/>
          <p:nvPr/>
        </p:nvSpPr>
        <p:spPr>
          <a:xfrm rot="0">
            <a:off x="3714376" y="2830977"/>
            <a:ext cx="4376161" cy="942777"/>
          </a:xfrm>
          <a:prstGeom prst="rect">
            <a:avLst/>
          </a:prstGeom>
        </p:spPr>
        <p:txBody>
          <a:bodyPr anchor="t" rtlCol="false" tIns="0" lIns="0" bIns="0" rIns="0">
            <a:spAutoFit/>
          </a:bodyPr>
          <a:lstStyle/>
          <a:p>
            <a:pPr algn="l" marL="539748" indent="-269874" lvl="1">
              <a:lnSpc>
                <a:spcPts val="3899"/>
              </a:lnSpc>
              <a:buFont typeface="Arial"/>
              <a:buChar char="•"/>
            </a:pPr>
            <a:r>
              <a:rPr lang="en-US" sz="2499">
                <a:solidFill>
                  <a:srgbClr val="000000"/>
                </a:solidFill>
                <a:latin typeface="Roboto Bold"/>
              </a:rPr>
              <a:t>Yêu cầu người dùng</a:t>
            </a:r>
          </a:p>
          <a:p>
            <a:pPr algn="l" marL="539748" indent="-269874" lvl="1">
              <a:lnSpc>
                <a:spcPts val="3899"/>
              </a:lnSpc>
              <a:buFont typeface="Arial"/>
              <a:buChar char="•"/>
            </a:pPr>
            <a:r>
              <a:rPr lang="en-US" sz="2499">
                <a:solidFill>
                  <a:srgbClr val="000000"/>
                </a:solidFill>
                <a:latin typeface="Roboto Bold"/>
              </a:rPr>
              <a:t>Kiến trúc phần mềm</a:t>
            </a:r>
          </a:p>
        </p:txBody>
      </p:sp>
      <p:sp>
        <p:nvSpPr>
          <p:cNvPr name="TextBox 15" id="15"/>
          <p:cNvSpPr txBox="true"/>
          <p:nvPr/>
        </p:nvSpPr>
        <p:spPr>
          <a:xfrm rot="0">
            <a:off x="4097649" y="1904359"/>
            <a:ext cx="7800708" cy="717296"/>
          </a:xfrm>
          <a:prstGeom prst="rect">
            <a:avLst/>
          </a:prstGeom>
        </p:spPr>
        <p:txBody>
          <a:bodyPr anchor="t" rtlCol="false" tIns="0" lIns="0" bIns="0" rIns="0">
            <a:spAutoFit/>
          </a:bodyPr>
          <a:lstStyle/>
          <a:p>
            <a:pPr algn="just">
              <a:lnSpc>
                <a:spcPts val="5631"/>
              </a:lnSpc>
            </a:pPr>
            <a:r>
              <a:rPr lang="en-US" sz="4399" spc="-39">
                <a:solidFill>
                  <a:srgbClr val="000000"/>
                </a:solidFill>
                <a:latin typeface="Krabuler"/>
              </a:rPr>
              <a:t>PHÂN TÍCH, ĐÁNH GIÁ..</a:t>
            </a:r>
          </a:p>
        </p:txBody>
      </p:sp>
      <p:sp>
        <p:nvSpPr>
          <p:cNvPr name="TextBox 16" id="16"/>
          <p:cNvSpPr txBox="true"/>
          <p:nvPr/>
        </p:nvSpPr>
        <p:spPr>
          <a:xfrm rot="0">
            <a:off x="4409880" y="5527394"/>
            <a:ext cx="1393183" cy="1502996"/>
          </a:xfrm>
          <a:prstGeom prst="rect">
            <a:avLst/>
          </a:prstGeom>
        </p:spPr>
        <p:txBody>
          <a:bodyPr anchor="t" rtlCol="false" tIns="0" lIns="0" bIns="0" rIns="0">
            <a:spAutoFit/>
          </a:bodyPr>
          <a:lstStyle/>
          <a:p>
            <a:pPr algn="l">
              <a:lnSpc>
                <a:spcPts val="5939"/>
              </a:lnSpc>
            </a:pPr>
            <a:r>
              <a:rPr lang="en-US" sz="4499">
                <a:solidFill>
                  <a:srgbClr val="231F20"/>
                </a:solidFill>
                <a:latin typeface="Handy Casual"/>
              </a:rPr>
              <a:t>Use case</a:t>
            </a:r>
          </a:p>
        </p:txBody>
      </p:sp>
      <p:sp>
        <p:nvSpPr>
          <p:cNvPr name="TextBox 17" id="17"/>
          <p:cNvSpPr txBox="true"/>
          <p:nvPr/>
        </p:nvSpPr>
        <p:spPr>
          <a:xfrm rot="0">
            <a:off x="7823139" y="2832593"/>
            <a:ext cx="4153690" cy="942777"/>
          </a:xfrm>
          <a:prstGeom prst="rect">
            <a:avLst/>
          </a:prstGeom>
        </p:spPr>
        <p:txBody>
          <a:bodyPr anchor="t" rtlCol="false" tIns="0" lIns="0" bIns="0" rIns="0">
            <a:spAutoFit/>
          </a:bodyPr>
          <a:lstStyle/>
          <a:p>
            <a:pPr algn="l" marL="539749" indent="-269875" lvl="1">
              <a:lnSpc>
                <a:spcPts val="3899"/>
              </a:lnSpc>
              <a:buFont typeface="Arial"/>
              <a:buChar char="•"/>
            </a:pPr>
            <a:r>
              <a:rPr lang="en-US" sz="2499">
                <a:solidFill>
                  <a:srgbClr val="000000"/>
                </a:solidFill>
                <a:latin typeface="Roboto Bold"/>
              </a:rPr>
              <a:t>Nguyên tắc thiết kế</a:t>
            </a:r>
          </a:p>
          <a:p>
            <a:pPr algn="l" marL="539749" indent="-269875" lvl="1">
              <a:lnSpc>
                <a:spcPts val="3899"/>
              </a:lnSpc>
              <a:buFont typeface="Arial"/>
              <a:buChar char="•"/>
            </a:pPr>
            <a:r>
              <a:rPr lang="en-US" sz="2499">
                <a:solidFill>
                  <a:srgbClr val="000000"/>
                </a:solidFill>
                <a:latin typeface="Roboto Bold"/>
              </a:rPr>
              <a:t>Tối ưu hóa, nâng cấp</a:t>
            </a:r>
          </a:p>
        </p:txBody>
      </p:sp>
      <p:sp>
        <p:nvSpPr>
          <p:cNvPr name="Freeform 18" id="18"/>
          <p:cNvSpPr/>
          <p:nvPr/>
        </p:nvSpPr>
        <p:spPr>
          <a:xfrm flipH="false" flipV="false" rot="0">
            <a:off x="7014903" y="5307931"/>
            <a:ext cx="1979545" cy="1979545"/>
          </a:xfrm>
          <a:custGeom>
            <a:avLst/>
            <a:gdLst/>
            <a:ahLst/>
            <a:cxnLst/>
            <a:rect r="r" b="b" t="t" l="l"/>
            <a:pathLst>
              <a:path h="1979545" w="1979545">
                <a:moveTo>
                  <a:pt x="0" y="0"/>
                </a:moveTo>
                <a:lnTo>
                  <a:pt x="1979545" y="0"/>
                </a:lnTo>
                <a:lnTo>
                  <a:pt x="1979545" y="1979545"/>
                </a:lnTo>
                <a:lnTo>
                  <a:pt x="0" y="197954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9" id="19"/>
          <p:cNvSpPr txBox="true"/>
          <p:nvPr/>
        </p:nvSpPr>
        <p:spPr>
          <a:xfrm rot="0">
            <a:off x="7177110" y="5661644"/>
            <a:ext cx="1731603" cy="750546"/>
          </a:xfrm>
          <a:prstGeom prst="rect">
            <a:avLst/>
          </a:prstGeom>
        </p:spPr>
        <p:txBody>
          <a:bodyPr anchor="t" rtlCol="false" tIns="0" lIns="0" bIns="0" rIns="0">
            <a:spAutoFit/>
          </a:bodyPr>
          <a:lstStyle/>
          <a:p>
            <a:pPr algn="l">
              <a:lnSpc>
                <a:spcPts val="5939"/>
              </a:lnSpc>
            </a:pPr>
            <a:r>
              <a:rPr lang="en-US" sz="4499">
                <a:solidFill>
                  <a:srgbClr val="231F20"/>
                </a:solidFill>
                <a:latin typeface="Handy Casual Bold"/>
              </a:rPr>
              <a:t>Database</a:t>
            </a:r>
          </a:p>
        </p:txBody>
      </p:sp>
      <p:sp>
        <p:nvSpPr>
          <p:cNvPr name="Freeform 20" id="20"/>
          <p:cNvSpPr/>
          <p:nvPr/>
        </p:nvSpPr>
        <p:spPr>
          <a:xfrm flipH="false" flipV="false" rot="0">
            <a:off x="10143662" y="5331982"/>
            <a:ext cx="1979545" cy="1979545"/>
          </a:xfrm>
          <a:custGeom>
            <a:avLst/>
            <a:gdLst/>
            <a:ahLst/>
            <a:cxnLst/>
            <a:rect r="r" b="b" t="t" l="l"/>
            <a:pathLst>
              <a:path h="1979545" w="1979545">
                <a:moveTo>
                  <a:pt x="0" y="0"/>
                </a:moveTo>
                <a:lnTo>
                  <a:pt x="1979545" y="0"/>
                </a:lnTo>
                <a:lnTo>
                  <a:pt x="1979545" y="1979545"/>
                </a:lnTo>
                <a:lnTo>
                  <a:pt x="0" y="197954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21" id="21"/>
          <p:cNvGrpSpPr/>
          <p:nvPr/>
        </p:nvGrpSpPr>
        <p:grpSpPr>
          <a:xfrm rot="0">
            <a:off x="11634498" y="6704791"/>
            <a:ext cx="1101606" cy="1060306"/>
            <a:chOff x="30480" y="591820"/>
            <a:chExt cx="12736830" cy="12259310"/>
          </a:xfrm>
        </p:grpSpPr>
        <p:sp>
          <p:nvSpPr>
            <p:cNvPr name="Freeform 22" id="22"/>
            <p:cNvSpPr/>
            <p:nvPr/>
          </p:nvSpPr>
          <p:spPr>
            <a:xfrm flipH="false" flipV="false" rot="0">
              <a:off x="0" y="0"/>
              <a:ext cx="12736830" cy="12259310"/>
            </a:xfrm>
            <a:custGeom>
              <a:avLst/>
              <a:gdLst/>
              <a:ahLst/>
              <a:cxnLst/>
              <a:rect r="r" b="b" t="t" l="l"/>
              <a:pathLst>
                <a:path h="12259310" w="12736830">
                  <a:moveTo>
                    <a:pt x="11925300" y="4271010"/>
                  </a:moveTo>
                  <a:cubicBezTo>
                    <a:pt x="10819130" y="2120900"/>
                    <a:pt x="8590280" y="544830"/>
                    <a:pt x="6215380" y="297180"/>
                  </a:cubicBezTo>
                  <a:cubicBezTo>
                    <a:pt x="4277360" y="0"/>
                    <a:pt x="3002280" y="913130"/>
                    <a:pt x="1960880" y="2170430"/>
                  </a:cubicBezTo>
                  <a:cubicBezTo>
                    <a:pt x="919480" y="3427730"/>
                    <a:pt x="365760" y="5030470"/>
                    <a:pt x="142240" y="6647180"/>
                  </a:cubicBezTo>
                  <a:cubicBezTo>
                    <a:pt x="24130" y="7500620"/>
                    <a:pt x="0" y="8406130"/>
                    <a:pt x="361950" y="9188450"/>
                  </a:cubicBezTo>
                  <a:cubicBezTo>
                    <a:pt x="820420" y="10180320"/>
                    <a:pt x="1822450" y="10811510"/>
                    <a:pt x="2842260" y="11203940"/>
                  </a:cubicBezTo>
                  <a:cubicBezTo>
                    <a:pt x="5585460" y="12259310"/>
                    <a:pt x="8953501" y="11850370"/>
                    <a:pt x="11088370" y="9828530"/>
                  </a:cubicBezTo>
                  <a:cubicBezTo>
                    <a:pt x="11756390" y="9196070"/>
                    <a:pt x="12303760" y="8403590"/>
                    <a:pt x="12499340" y="7504430"/>
                  </a:cubicBezTo>
                  <a:cubicBezTo>
                    <a:pt x="12736830" y="6413500"/>
                    <a:pt x="12435840" y="5264150"/>
                    <a:pt x="11925300" y="4271010"/>
                  </a:cubicBezTo>
                  <a:close/>
                </a:path>
              </a:pathLst>
            </a:custGeom>
            <a:blipFill>
              <a:blip r:embed="rId15"/>
              <a:stretch>
                <a:fillRect l="0" t="-17871" r="0" b="-17871"/>
              </a:stretch>
            </a:blipFill>
          </p:spPr>
        </p:sp>
      </p:grpSp>
      <p:sp>
        <p:nvSpPr>
          <p:cNvPr name="TextBox 23" id="23"/>
          <p:cNvSpPr txBox="true"/>
          <p:nvPr/>
        </p:nvSpPr>
        <p:spPr>
          <a:xfrm rot="0">
            <a:off x="10611883" y="5517869"/>
            <a:ext cx="1539899" cy="1502996"/>
          </a:xfrm>
          <a:prstGeom prst="rect">
            <a:avLst/>
          </a:prstGeom>
        </p:spPr>
        <p:txBody>
          <a:bodyPr anchor="t" rtlCol="false" tIns="0" lIns="0" bIns="0" rIns="0">
            <a:spAutoFit/>
          </a:bodyPr>
          <a:lstStyle/>
          <a:p>
            <a:pPr algn="l">
              <a:lnSpc>
                <a:spcPts val="5939"/>
              </a:lnSpc>
            </a:pPr>
            <a:r>
              <a:rPr lang="en-US" sz="4499">
                <a:solidFill>
                  <a:srgbClr val="231F20"/>
                </a:solidFill>
                <a:latin typeface="Handy Casual Bold"/>
              </a:rPr>
              <a:t>Giao diên</a:t>
            </a:r>
          </a:p>
        </p:txBody>
      </p:sp>
      <p:grpSp>
        <p:nvGrpSpPr>
          <p:cNvPr name="Group 24" id="24"/>
          <p:cNvGrpSpPr/>
          <p:nvPr/>
        </p:nvGrpSpPr>
        <p:grpSpPr>
          <a:xfrm rot="0">
            <a:off x="8455659" y="6590471"/>
            <a:ext cx="1077578" cy="1077578"/>
            <a:chOff x="0" y="0"/>
            <a:chExt cx="12700000" cy="12700000"/>
          </a:xfrm>
        </p:grpSpPr>
        <p:sp>
          <p:nvSpPr>
            <p:cNvPr name="Freeform 25" id="25"/>
            <p:cNvSpPr/>
            <p:nvPr/>
          </p:nvSpPr>
          <p:spPr>
            <a:xfrm flipH="false" flipV="false" rot="0">
              <a:off x="-11430" y="857250"/>
              <a:ext cx="13009880" cy="11644630"/>
            </a:xfrm>
            <a:custGeom>
              <a:avLst/>
              <a:gdLst/>
              <a:ahLst/>
              <a:cxnLst/>
              <a:rect r="r" b="b" t="t" l="l"/>
              <a:pathLst>
                <a:path h="11644630" w="13009880">
                  <a:moveTo>
                    <a:pt x="10152380" y="938530"/>
                  </a:moveTo>
                  <a:cubicBezTo>
                    <a:pt x="8962390" y="189230"/>
                    <a:pt x="8643620" y="154940"/>
                    <a:pt x="7245350" y="0"/>
                  </a:cubicBezTo>
                  <a:cubicBezTo>
                    <a:pt x="4039870" y="38100"/>
                    <a:pt x="1441450" y="1889760"/>
                    <a:pt x="435610" y="4933950"/>
                  </a:cubicBezTo>
                  <a:cubicBezTo>
                    <a:pt x="91440" y="5975350"/>
                    <a:pt x="0" y="7139940"/>
                    <a:pt x="403860" y="8159750"/>
                  </a:cubicBezTo>
                  <a:cubicBezTo>
                    <a:pt x="934720" y="9499600"/>
                    <a:pt x="2254250" y="10407650"/>
                    <a:pt x="3648710" y="10773410"/>
                  </a:cubicBezTo>
                  <a:cubicBezTo>
                    <a:pt x="5043170" y="11140440"/>
                    <a:pt x="6578600" y="11644630"/>
                    <a:pt x="8008620" y="11470640"/>
                  </a:cubicBezTo>
                  <a:cubicBezTo>
                    <a:pt x="9123680" y="11334750"/>
                    <a:pt x="10237470" y="10519410"/>
                    <a:pt x="11071860" y="9767570"/>
                  </a:cubicBezTo>
                  <a:cubicBezTo>
                    <a:pt x="11625580" y="9268460"/>
                    <a:pt x="11971020" y="8576310"/>
                    <a:pt x="12202160" y="7867650"/>
                  </a:cubicBezTo>
                  <a:cubicBezTo>
                    <a:pt x="13009880" y="5401310"/>
                    <a:pt x="12348210" y="2322830"/>
                    <a:pt x="10152380" y="938530"/>
                  </a:cubicBezTo>
                  <a:close/>
                </a:path>
              </a:pathLst>
            </a:custGeom>
            <a:blipFill>
              <a:blip r:embed="rId16"/>
              <a:stretch>
                <a:fillRect l="-19656" t="0" r="-19656" b="0"/>
              </a:stretch>
            </a:blipFill>
          </p:spPr>
        </p:sp>
      </p:grpSp>
      <p:sp>
        <p:nvSpPr>
          <p:cNvPr name="Freeform 26" id="26"/>
          <p:cNvSpPr/>
          <p:nvPr/>
        </p:nvSpPr>
        <p:spPr>
          <a:xfrm flipH="false" flipV="false" rot="-4087408">
            <a:off x="1193680" y="7229350"/>
            <a:ext cx="1514128" cy="1379233"/>
          </a:xfrm>
          <a:custGeom>
            <a:avLst/>
            <a:gdLst/>
            <a:ahLst/>
            <a:cxnLst/>
            <a:rect r="r" b="b" t="t" l="l"/>
            <a:pathLst>
              <a:path h="1379233" w="1514128">
                <a:moveTo>
                  <a:pt x="0" y="0"/>
                </a:moveTo>
                <a:lnTo>
                  <a:pt x="1514129" y="0"/>
                </a:lnTo>
                <a:lnTo>
                  <a:pt x="1514129" y="1379233"/>
                </a:lnTo>
                <a:lnTo>
                  <a:pt x="0" y="137923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7" id="27"/>
          <p:cNvSpPr txBox="true"/>
          <p:nvPr/>
        </p:nvSpPr>
        <p:spPr>
          <a:xfrm rot="0">
            <a:off x="10999699" y="6002976"/>
            <a:ext cx="177592" cy="750546"/>
          </a:xfrm>
          <a:prstGeom prst="rect">
            <a:avLst/>
          </a:prstGeom>
        </p:spPr>
        <p:txBody>
          <a:bodyPr anchor="t" rtlCol="false" tIns="0" lIns="0" bIns="0" rIns="0">
            <a:spAutoFit/>
          </a:bodyPr>
          <a:lstStyle/>
          <a:p>
            <a:pPr algn="l">
              <a:lnSpc>
                <a:spcPts val="5939"/>
              </a:lnSpc>
            </a:pPr>
            <a:r>
              <a:rPr lang="en-US" sz="4499">
                <a:solidFill>
                  <a:srgbClr val="231F20"/>
                </a:solidFill>
                <a:latin typeface="Handy Casual Bold"/>
              </a:rPr>
              <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grpSp>
        <p:nvGrpSpPr>
          <p:cNvPr name="Group 2" id="2"/>
          <p:cNvGrpSpPr/>
          <p:nvPr/>
        </p:nvGrpSpPr>
        <p:grpSpPr>
          <a:xfrm rot="0">
            <a:off x="1508785" y="1686359"/>
            <a:ext cx="12413017" cy="7696223"/>
            <a:chOff x="0" y="0"/>
            <a:chExt cx="3269272" cy="2026989"/>
          </a:xfrm>
        </p:grpSpPr>
        <p:sp>
          <p:nvSpPr>
            <p:cNvPr name="Freeform 3" id="3"/>
            <p:cNvSpPr/>
            <p:nvPr/>
          </p:nvSpPr>
          <p:spPr>
            <a:xfrm flipH="false" flipV="false" rot="0">
              <a:off x="0" y="0"/>
              <a:ext cx="3269272" cy="2026989"/>
            </a:xfrm>
            <a:custGeom>
              <a:avLst/>
              <a:gdLst/>
              <a:ahLst/>
              <a:cxnLst/>
              <a:rect r="r" b="b" t="t" l="l"/>
              <a:pathLst>
                <a:path h="2026989" w="3269272">
                  <a:moveTo>
                    <a:pt x="0" y="0"/>
                  </a:moveTo>
                  <a:lnTo>
                    <a:pt x="3269272" y="0"/>
                  </a:lnTo>
                  <a:lnTo>
                    <a:pt x="3269272" y="2026989"/>
                  </a:lnTo>
                  <a:lnTo>
                    <a:pt x="0" y="2026989"/>
                  </a:lnTo>
                  <a:close/>
                </a:path>
              </a:pathLst>
            </a:custGeom>
            <a:solidFill>
              <a:srgbClr val="206ACD"/>
            </a:solidFill>
          </p:spPr>
        </p:sp>
        <p:sp>
          <p:nvSpPr>
            <p:cNvPr name="TextBox 4" id="4"/>
            <p:cNvSpPr txBox="true"/>
            <p:nvPr/>
          </p:nvSpPr>
          <p:spPr>
            <a:xfrm>
              <a:off x="0" y="-38100"/>
              <a:ext cx="3269272" cy="206508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true" flipV="false" rot="-10800000">
            <a:off x="10143662" y="8975132"/>
            <a:ext cx="12159733" cy="1680254"/>
          </a:xfrm>
          <a:custGeom>
            <a:avLst/>
            <a:gdLst/>
            <a:ahLst/>
            <a:cxnLst/>
            <a:rect r="r" b="b" t="t" l="l"/>
            <a:pathLst>
              <a:path h="1680254" w="12159733">
                <a:moveTo>
                  <a:pt x="12159733" y="0"/>
                </a:moveTo>
                <a:lnTo>
                  <a:pt x="0" y="0"/>
                </a:lnTo>
                <a:lnTo>
                  <a:pt x="0" y="1680254"/>
                </a:lnTo>
                <a:lnTo>
                  <a:pt x="12159733" y="1680254"/>
                </a:lnTo>
                <a:lnTo>
                  <a:pt x="1215973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972581" y="-143918"/>
            <a:ext cx="13032502" cy="1800855"/>
          </a:xfrm>
          <a:custGeom>
            <a:avLst/>
            <a:gdLst/>
            <a:ahLst/>
            <a:cxnLst/>
            <a:rect r="r" b="b" t="t" l="l"/>
            <a:pathLst>
              <a:path h="1800855" w="13032502">
                <a:moveTo>
                  <a:pt x="13032501" y="0"/>
                </a:moveTo>
                <a:lnTo>
                  <a:pt x="0" y="0"/>
                </a:lnTo>
                <a:lnTo>
                  <a:pt x="0" y="1800855"/>
                </a:lnTo>
                <a:lnTo>
                  <a:pt x="13032501" y="1800855"/>
                </a:lnTo>
                <a:lnTo>
                  <a:pt x="130325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232289">
            <a:off x="12800068" y="-757252"/>
            <a:ext cx="5940956" cy="4828377"/>
          </a:xfrm>
          <a:custGeom>
            <a:avLst/>
            <a:gdLst/>
            <a:ahLst/>
            <a:cxnLst/>
            <a:rect r="r" b="b" t="t" l="l"/>
            <a:pathLst>
              <a:path h="4828377" w="5940956">
                <a:moveTo>
                  <a:pt x="5940956" y="0"/>
                </a:moveTo>
                <a:lnTo>
                  <a:pt x="0" y="0"/>
                </a:lnTo>
                <a:lnTo>
                  <a:pt x="0" y="4828377"/>
                </a:lnTo>
                <a:lnTo>
                  <a:pt x="5940956" y="4828377"/>
                </a:lnTo>
                <a:lnTo>
                  <a:pt x="594095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508112">
            <a:off x="-232218" y="2573221"/>
            <a:ext cx="1256884" cy="2057400"/>
          </a:xfrm>
          <a:custGeom>
            <a:avLst/>
            <a:gdLst/>
            <a:ahLst/>
            <a:cxnLst/>
            <a:rect r="r" b="b" t="t" l="l"/>
            <a:pathLst>
              <a:path h="2057400" w="1256884">
                <a:moveTo>
                  <a:pt x="0" y="0"/>
                </a:moveTo>
                <a:lnTo>
                  <a:pt x="1256885" y="0"/>
                </a:lnTo>
                <a:lnTo>
                  <a:pt x="1256885"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4900105" y="4996416"/>
            <a:ext cx="2646847" cy="3028429"/>
          </a:xfrm>
          <a:custGeom>
            <a:avLst/>
            <a:gdLst/>
            <a:ahLst/>
            <a:cxnLst/>
            <a:rect r="r" b="b" t="t" l="l"/>
            <a:pathLst>
              <a:path h="3028429" w="2646847">
                <a:moveTo>
                  <a:pt x="0" y="0"/>
                </a:moveTo>
                <a:lnTo>
                  <a:pt x="2646847" y="0"/>
                </a:lnTo>
                <a:lnTo>
                  <a:pt x="2646847" y="3028429"/>
                </a:lnTo>
                <a:lnTo>
                  <a:pt x="0" y="30284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4087408">
            <a:off x="-170324" y="8568683"/>
            <a:ext cx="1514128" cy="1379233"/>
          </a:xfrm>
          <a:custGeom>
            <a:avLst/>
            <a:gdLst/>
            <a:ahLst/>
            <a:cxnLst/>
            <a:rect r="r" b="b" t="t" l="l"/>
            <a:pathLst>
              <a:path h="1379233" w="1514128">
                <a:moveTo>
                  <a:pt x="0" y="0"/>
                </a:moveTo>
                <a:lnTo>
                  <a:pt x="1514128" y="0"/>
                </a:lnTo>
                <a:lnTo>
                  <a:pt x="1514128" y="1379234"/>
                </a:lnTo>
                <a:lnTo>
                  <a:pt x="0" y="13792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2012367" y="2236923"/>
            <a:ext cx="11405852" cy="6595095"/>
          </a:xfrm>
          <a:custGeom>
            <a:avLst/>
            <a:gdLst/>
            <a:ahLst/>
            <a:cxnLst/>
            <a:rect r="r" b="b" t="t" l="l"/>
            <a:pathLst>
              <a:path h="6595095" w="11405852">
                <a:moveTo>
                  <a:pt x="0" y="0"/>
                </a:moveTo>
                <a:lnTo>
                  <a:pt x="11405852" y="0"/>
                </a:lnTo>
                <a:lnTo>
                  <a:pt x="11405852" y="6595095"/>
                </a:lnTo>
                <a:lnTo>
                  <a:pt x="0" y="6595095"/>
                </a:lnTo>
                <a:lnTo>
                  <a:pt x="0" y="0"/>
                </a:lnTo>
                <a:close/>
              </a:path>
            </a:pathLst>
          </a:custGeom>
          <a:blipFill>
            <a:blip r:embed="rId12"/>
            <a:stretch>
              <a:fillRect l="-5327" t="0" r="-249" b="0"/>
            </a:stretch>
          </a:blipFill>
        </p:spPr>
      </p:sp>
      <p:sp>
        <p:nvSpPr>
          <p:cNvPr name="TextBox 12" id="12"/>
          <p:cNvSpPr txBox="true"/>
          <p:nvPr/>
        </p:nvSpPr>
        <p:spPr>
          <a:xfrm rot="263213">
            <a:off x="13795640" y="377652"/>
            <a:ext cx="4592383" cy="2215961"/>
          </a:xfrm>
          <a:prstGeom prst="rect">
            <a:avLst/>
          </a:prstGeom>
        </p:spPr>
        <p:txBody>
          <a:bodyPr anchor="t" rtlCol="false" tIns="0" lIns="0" bIns="0" rIns="0">
            <a:spAutoFit/>
          </a:bodyPr>
          <a:lstStyle/>
          <a:p>
            <a:pPr algn="ctr">
              <a:lnSpc>
                <a:spcPts val="8842"/>
              </a:lnSpc>
            </a:pPr>
            <a:r>
              <a:rPr lang="en-US" sz="7017">
                <a:solidFill>
                  <a:srgbClr val="000000"/>
                </a:solidFill>
                <a:latin typeface="Krabuler"/>
              </a:rPr>
              <a:t>USE</a:t>
            </a:r>
          </a:p>
          <a:p>
            <a:pPr algn="ctr">
              <a:lnSpc>
                <a:spcPts val="8842"/>
              </a:lnSpc>
            </a:pPr>
            <a:r>
              <a:rPr lang="en-US" sz="7017">
                <a:solidFill>
                  <a:srgbClr val="000000"/>
                </a:solidFill>
                <a:latin typeface="Krabuler"/>
              </a:rPr>
              <a:t>CASE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grpSp>
        <p:nvGrpSpPr>
          <p:cNvPr name="Group 2" id="2"/>
          <p:cNvGrpSpPr/>
          <p:nvPr/>
        </p:nvGrpSpPr>
        <p:grpSpPr>
          <a:xfrm rot="0">
            <a:off x="1508785" y="1686359"/>
            <a:ext cx="12413017" cy="7696223"/>
            <a:chOff x="0" y="0"/>
            <a:chExt cx="3269272" cy="2026989"/>
          </a:xfrm>
        </p:grpSpPr>
        <p:sp>
          <p:nvSpPr>
            <p:cNvPr name="Freeform 3" id="3"/>
            <p:cNvSpPr/>
            <p:nvPr/>
          </p:nvSpPr>
          <p:spPr>
            <a:xfrm flipH="false" flipV="false" rot="0">
              <a:off x="0" y="0"/>
              <a:ext cx="3269272" cy="2026989"/>
            </a:xfrm>
            <a:custGeom>
              <a:avLst/>
              <a:gdLst/>
              <a:ahLst/>
              <a:cxnLst/>
              <a:rect r="r" b="b" t="t" l="l"/>
              <a:pathLst>
                <a:path h="2026989" w="3269272">
                  <a:moveTo>
                    <a:pt x="0" y="0"/>
                  </a:moveTo>
                  <a:lnTo>
                    <a:pt x="3269272" y="0"/>
                  </a:lnTo>
                  <a:lnTo>
                    <a:pt x="3269272" y="2026989"/>
                  </a:lnTo>
                  <a:lnTo>
                    <a:pt x="0" y="2026989"/>
                  </a:lnTo>
                  <a:close/>
                </a:path>
              </a:pathLst>
            </a:custGeom>
            <a:solidFill>
              <a:srgbClr val="206ACD"/>
            </a:solidFill>
          </p:spPr>
        </p:sp>
        <p:sp>
          <p:nvSpPr>
            <p:cNvPr name="TextBox 4" id="4"/>
            <p:cNvSpPr txBox="true"/>
            <p:nvPr/>
          </p:nvSpPr>
          <p:spPr>
            <a:xfrm>
              <a:off x="0" y="-38100"/>
              <a:ext cx="3269272" cy="206508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true" flipV="false" rot="-10800000">
            <a:off x="10143662" y="8975132"/>
            <a:ext cx="12159733" cy="1680254"/>
          </a:xfrm>
          <a:custGeom>
            <a:avLst/>
            <a:gdLst/>
            <a:ahLst/>
            <a:cxnLst/>
            <a:rect r="r" b="b" t="t" l="l"/>
            <a:pathLst>
              <a:path h="1680254" w="12159733">
                <a:moveTo>
                  <a:pt x="12159733" y="0"/>
                </a:moveTo>
                <a:lnTo>
                  <a:pt x="0" y="0"/>
                </a:lnTo>
                <a:lnTo>
                  <a:pt x="0" y="1680254"/>
                </a:lnTo>
                <a:lnTo>
                  <a:pt x="12159733" y="1680254"/>
                </a:lnTo>
                <a:lnTo>
                  <a:pt x="1215973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972581" y="-143918"/>
            <a:ext cx="13032502" cy="1800855"/>
          </a:xfrm>
          <a:custGeom>
            <a:avLst/>
            <a:gdLst/>
            <a:ahLst/>
            <a:cxnLst/>
            <a:rect r="r" b="b" t="t" l="l"/>
            <a:pathLst>
              <a:path h="1800855" w="13032502">
                <a:moveTo>
                  <a:pt x="13032501" y="0"/>
                </a:moveTo>
                <a:lnTo>
                  <a:pt x="0" y="0"/>
                </a:lnTo>
                <a:lnTo>
                  <a:pt x="0" y="1800855"/>
                </a:lnTo>
                <a:lnTo>
                  <a:pt x="13032501" y="1800855"/>
                </a:lnTo>
                <a:lnTo>
                  <a:pt x="130325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232289">
            <a:off x="12800068" y="-757252"/>
            <a:ext cx="5940956" cy="4828377"/>
          </a:xfrm>
          <a:custGeom>
            <a:avLst/>
            <a:gdLst/>
            <a:ahLst/>
            <a:cxnLst/>
            <a:rect r="r" b="b" t="t" l="l"/>
            <a:pathLst>
              <a:path h="4828377" w="5940956">
                <a:moveTo>
                  <a:pt x="5940956" y="0"/>
                </a:moveTo>
                <a:lnTo>
                  <a:pt x="0" y="0"/>
                </a:lnTo>
                <a:lnTo>
                  <a:pt x="0" y="4828377"/>
                </a:lnTo>
                <a:lnTo>
                  <a:pt x="5940956" y="4828377"/>
                </a:lnTo>
                <a:lnTo>
                  <a:pt x="594095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508112">
            <a:off x="-232218" y="2573221"/>
            <a:ext cx="1256884" cy="2057400"/>
          </a:xfrm>
          <a:custGeom>
            <a:avLst/>
            <a:gdLst/>
            <a:ahLst/>
            <a:cxnLst/>
            <a:rect r="r" b="b" t="t" l="l"/>
            <a:pathLst>
              <a:path h="2057400" w="1256884">
                <a:moveTo>
                  <a:pt x="0" y="0"/>
                </a:moveTo>
                <a:lnTo>
                  <a:pt x="1256885" y="0"/>
                </a:lnTo>
                <a:lnTo>
                  <a:pt x="1256885"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4900105" y="4996416"/>
            <a:ext cx="2646847" cy="3028429"/>
          </a:xfrm>
          <a:custGeom>
            <a:avLst/>
            <a:gdLst/>
            <a:ahLst/>
            <a:cxnLst/>
            <a:rect r="r" b="b" t="t" l="l"/>
            <a:pathLst>
              <a:path h="3028429" w="2646847">
                <a:moveTo>
                  <a:pt x="0" y="0"/>
                </a:moveTo>
                <a:lnTo>
                  <a:pt x="2646847" y="0"/>
                </a:lnTo>
                <a:lnTo>
                  <a:pt x="2646847" y="3028429"/>
                </a:lnTo>
                <a:lnTo>
                  <a:pt x="0" y="30284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4087408">
            <a:off x="-170324" y="8568683"/>
            <a:ext cx="1514128" cy="1379233"/>
          </a:xfrm>
          <a:custGeom>
            <a:avLst/>
            <a:gdLst/>
            <a:ahLst/>
            <a:cxnLst/>
            <a:rect r="r" b="b" t="t" l="l"/>
            <a:pathLst>
              <a:path h="1379233" w="1514128">
                <a:moveTo>
                  <a:pt x="0" y="0"/>
                </a:moveTo>
                <a:lnTo>
                  <a:pt x="1514128" y="0"/>
                </a:lnTo>
                <a:lnTo>
                  <a:pt x="1514128" y="1379234"/>
                </a:lnTo>
                <a:lnTo>
                  <a:pt x="0" y="13792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751446" y="2482600"/>
            <a:ext cx="11927695" cy="6103740"/>
          </a:xfrm>
          <a:custGeom>
            <a:avLst/>
            <a:gdLst/>
            <a:ahLst/>
            <a:cxnLst/>
            <a:rect r="r" b="b" t="t" l="l"/>
            <a:pathLst>
              <a:path h="6103740" w="11927695">
                <a:moveTo>
                  <a:pt x="0" y="0"/>
                </a:moveTo>
                <a:lnTo>
                  <a:pt x="11927695" y="0"/>
                </a:lnTo>
                <a:lnTo>
                  <a:pt x="11927695" y="6103740"/>
                </a:lnTo>
                <a:lnTo>
                  <a:pt x="0" y="6103740"/>
                </a:lnTo>
                <a:lnTo>
                  <a:pt x="0" y="0"/>
                </a:lnTo>
                <a:close/>
              </a:path>
            </a:pathLst>
          </a:custGeom>
          <a:blipFill>
            <a:blip r:embed="rId12"/>
            <a:stretch>
              <a:fillRect l="0" t="0" r="0" b="0"/>
            </a:stretch>
          </a:blipFill>
        </p:spPr>
      </p:sp>
      <p:sp>
        <p:nvSpPr>
          <p:cNvPr name="TextBox 12" id="12"/>
          <p:cNvSpPr txBox="true"/>
          <p:nvPr/>
        </p:nvSpPr>
        <p:spPr>
          <a:xfrm rot="263213">
            <a:off x="13928998" y="690318"/>
            <a:ext cx="4592383" cy="1435426"/>
          </a:xfrm>
          <a:prstGeom prst="rect">
            <a:avLst/>
          </a:prstGeom>
        </p:spPr>
        <p:txBody>
          <a:bodyPr anchor="t" rtlCol="false" tIns="0" lIns="0" bIns="0" rIns="0">
            <a:spAutoFit/>
          </a:bodyPr>
          <a:lstStyle/>
          <a:p>
            <a:pPr algn="ctr">
              <a:lnSpc>
                <a:spcPts val="11487"/>
              </a:lnSpc>
            </a:pPr>
            <a:r>
              <a:rPr lang="en-US" sz="9117">
                <a:solidFill>
                  <a:srgbClr val="000000"/>
                </a:solidFill>
                <a:latin typeface="Krabuler"/>
              </a:rPr>
              <a:t>CDM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grpSp>
        <p:nvGrpSpPr>
          <p:cNvPr name="Group 2" id="2"/>
          <p:cNvGrpSpPr/>
          <p:nvPr/>
        </p:nvGrpSpPr>
        <p:grpSpPr>
          <a:xfrm rot="0">
            <a:off x="1508785" y="1686359"/>
            <a:ext cx="12413017" cy="7696223"/>
            <a:chOff x="0" y="0"/>
            <a:chExt cx="3269272" cy="2026989"/>
          </a:xfrm>
        </p:grpSpPr>
        <p:sp>
          <p:nvSpPr>
            <p:cNvPr name="Freeform 3" id="3"/>
            <p:cNvSpPr/>
            <p:nvPr/>
          </p:nvSpPr>
          <p:spPr>
            <a:xfrm flipH="false" flipV="false" rot="0">
              <a:off x="0" y="0"/>
              <a:ext cx="3269272" cy="2026989"/>
            </a:xfrm>
            <a:custGeom>
              <a:avLst/>
              <a:gdLst/>
              <a:ahLst/>
              <a:cxnLst/>
              <a:rect r="r" b="b" t="t" l="l"/>
              <a:pathLst>
                <a:path h="2026989" w="3269272">
                  <a:moveTo>
                    <a:pt x="0" y="0"/>
                  </a:moveTo>
                  <a:lnTo>
                    <a:pt x="3269272" y="0"/>
                  </a:lnTo>
                  <a:lnTo>
                    <a:pt x="3269272" y="2026989"/>
                  </a:lnTo>
                  <a:lnTo>
                    <a:pt x="0" y="2026989"/>
                  </a:lnTo>
                  <a:close/>
                </a:path>
              </a:pathLst>
            </a:custGeom>
            <a:solidFill>
              <a:srgbClr val="206ACD"/>
            </a:solidFill>
          </p:spPr>
        </p:sp>
        <p:sp>
          <p:nvSpPr>
            <p:cNvPr name="TextBox 4" id="4"/>
            <p:cNvSpPr txBox="true"/>
            <p:nvPr/>
          </p:nvSpPr>
          <p:spPr>
            <a:xfrm>
              <a:off x="0" y="-38100"/>
              <a:ext cx="3269272" cy="206508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true" flipV="false" rot="-10800000">
            <a:off x="10143662" y="8975132"/>
            <a:ext cx="12159733" cy="1680254"/>
          </a:xfrm>
          <a:custGeom>
            <a:avLst/>
            <a:gdLst/>
            <a:ahLst/>
            <a:cxnLst/>
            <a:rect r="r" b="b" t="t" l="l"/>
            <a:pathLst>
              <a:path h="1680254" w="12159733">
                <a:moveTo>
                  <a:pt x="12159733" y="0"/>
                </a:moveTo>
                <a:lnTo>
                  <a:pt x="0" y="0"/>
                </a:lnTo>
                <a:lnTo>
                  <a:pt x="0" y="1680254"/>
                </a:lnTo>
                <a:lnTo>
                  <a:pt x="12159733" y="1680254"/>
                </a:lnTo>
                <a:lnTo>
                  <a:pt x="1215973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972581" y="-143918"/>
            <a:ext cx="13032502" cy="1800855"/>
          </a:xfrm>
          <a:custGeom>
            <a:avLst/>
            <a:gdLst/>
            <a:ahLst/>
            <a:cxnLst/>
            <a:rect r="r" b="b" t="t" l="l"/>
            <a:pathLst>
              <a:path h="1800855" w="13032502">
                <a:moveTo>
                  <a:pt x="13032501" y="0"/>
                </a:moveTo>
                <a:lnTo>
                  <a:pt x="0" y="0"/>
                </a:lnTo>
                <a:lnTo>
                  <a:pt x="0" y="1800855"/>
                </a:lnTo>
                <a:lnTo>
                  <a:pt x="13032501" y="1800855"/>
                </a:lnTo>
                <a:lnTo>
                  <a:pt x="130325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232289">
            <a:off x="12800068" y="-757252"/>
            <a:ext cx="5940956" cy="4828377"/>
          </a:xfrm>
          <a:custGeom>
            <a:avLst/>
            <a:gdLst/>
            <a:ahLst/>
            <a:cxnLst/>
            <a:rect r="r" b="b" t="t" l="l"/>
            <a:pathLst>
              <a:path h="4828377" w="5940956">
                <a:moveTo>
                  <a:pt x="5940956" y="0"/>
                </a:moveTo>
                <a:lnTo>
                  <a:pt x="0" y="0"/>
                </a:lnTo>
                <a:lnTo>
                  <a:pt x="0" y="4828377"/>
                </a:lnTo>
                <a:lnTo>
                  <a:pt x="5940956" y="4828377"/>
                </a:lnTo>
                <a:lnTo>
                  <a:pt x="594095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508112">
            <a:off x="-232218" y="2573221"/>
            <a:ext cx="1256884" cy="2057400"/>
          </a:xfrm>
          <a:custGeom>
            <a:avLst/>
            <a:gdLst/>
            <a:ahLst/>
            <a:cxnLst/>
            <a:rect r="r" b="b" t="t" l="l"/>
            <a:pathLst>
              <a:path h="2057400" w="1256884">
                <a:moveTo>
                  <a:pt x="0" y="0"/>
                </a:moveTo>
                <a:lnTo>
                  <a:pt x="1256885" y="0"/>
                </a:lnTo>
                <a:lnTo>
                  <a:pt x="1256885"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4087408">
            <a:off x="-170324" y="8568683"/>
            <a:ext cx="1514128" cy="1379233"/>
          </a:xfrm>
          <a:custGeom>
            <a:avLst/>
            <a:gdLst/>
            <a:ahLst/>
            <a:cxnLst/>
            <a:rect r="r" b="b" t="t" l="l"/>
            <a:pathLst>
              <a:path h="1379233" w="1514128">
                <a:moveTo>
                  <a:pt x="0" y="0"/>
                </a:moveTo>
                <a:lnTo>
                  <a:pt x="1514128" y="0"/>
                </a:lnTo>
                <a:lnTo>
                  <a:pt x="1514128" y="1379234"/>
                </a:lnTo>
                <a:lnTo>
                  <a:pt x="0" y="13792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4900105" y="4996416"/>
            <a:ext cx="2646847" cy="3028429"/>
          </a:xfrm>
          <a:custGeom>
            <a:avLst/>
            <a:gdLst/>
            <a:ahLst/>
            <a:cxnLst/>
            <a:rect r="r" b="b" t="t" l="l"/>
            <a:pathLst>
              <a:path h="3028429" w="2646847">
                <a:moveTo>
                  <a:pt x="0" y="0"/>
                </a:moveTo>
                <a:lnTo>
                  <a:pt x="2646847" y="0"/>
                </a:lnTo>
                <a:lnTo>
                  <a:pt x="2646847" y="3028429"/>
                </a:lnTo>
                <a:lnTo>
                  <a:pt x="0" y="30284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672589" y="2414454"/>
            <a:ext cx="12085408" cy="6240032"/>
          </a:xfrm>
          <a:custGeom>
            <a:avLst/>
            <a:gdLst/>
            <a:ahLst/>
            <a:cxnLst/>
            <a:rect r="r" b="b" t="t" l="l"/>
            <a:pathLst>
              <a:path h="6240032" w="12085408">
                <a:moveTo>
                  <a:pt x="0" y="0"/>
                </a:moveTo>
                <a:lnTo>
                  <a:pt x="12085408" y="0"/>
                </a:lnTo>
                <a:lnTo>
                  <a:pt x="12085408" y="6240032"/>
                </a:lnTo>
                <a:lnTo>
                  <a:pt x="0" y="6240032"/>
                </a:lnTo>
                <a:lnTo>
                  <a:pt x="0" y="0"/>
                </a:lnTo>
                <a:close/>
              </a:path>
            </a:pathLst>
          </a:custGeom>
          <a:blipFill>
            <a:blip r:embed="rId12"/>
            <a:stretch>
              <a:fillRect l="0" t="0" r="0" b="0"/>
            </a:stretch>
          </a:blipFill>
        </p:spPr>
      </p:sp>
      <p:sp>
        <p:nvSpPr>
          <p:cNvPr name="TextBox 12" id="12"/>
          <p:cNvSpPr txBox="true"/>
          <p:nvPr/>
        </p:nvSpPr>
        <p:spPr>
          <a:xfrm rot="263213">
            <a:off x="13928998" y="690318"/>
            <a:ext cx="4592383" cy="1435426"/>
          </a:xfrm>
          <a:prstGeom prst="rect">
            <a:avLst/>
          </a:prstGeom>
        </p:spPr>
        <p:txBody>
          <a:bodyPr anchor="t" rtlCol="false" tIns="0" lIns="0" bIns="0" rIns="0">
            <a:spAutoFit/>
          </a:bodyPr>
          <a:lstStyle/>
          <a:p>
            <a:pPr algn="ctr">
              <a:lnSpc>
                <a:spcPts val="11487"/>
              </a:lnSpc>
            </a:pPr>
            <a:r>
              <a:rPr lang="en-US" sz="9117">
                <a:solidFill>
                  <a:srgbClr val="000000"/>
                </a:solidFill>
                <a:latin typeface="Krabuler"/>
              </a:rPr>
              <a:t>PDM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10143662" y="8975132"/>
            <a:ext cx="12159733" cy="1680254"/>
          </a:xfrm>
          <a:custGeom>
            <a:avLst/>
            <a:gdLst/>
            <a:ahLst/>
            <a:cxnLst/>
            <a:rect r="r" b="b" t="t" l="l"/>
            <a:pathLst>
              <a:path h="1680254" w="12159733">
                <a:moveTo>
                  <a:pt x="12159733" y="0"/>
                </a:moveTo>
                <a:lnTo>
                  <a:pt x="0" y="0"/>
                </a:lnTo>
                <a:lnTo>
                  <a:pt x="0" y="1680254"/>
                </a:lnTo>
                <a:lnTo>
                  <a:pt x="12159733" y="1680254"/>
                </a:lnTo>
                <a:lnTo>
                  <a:pt x="1215973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972581" y="-143918"/>
            <a:ext cx="13032502" cy="1800855"/>
          </a:xfrm>
          <a:custGeom>
            <a:avLst/>
            <a:gdLst/>
            <a:ahLst/>
            <a:cxnLst/>
            <a:rect r="r" b="b" t="t" l="l"/>
            <a:pathLst>
              <a:path h="1800855" w="13032502">
                <a:moveTo>
                  <a:pt x="13032501" y="0"/>
                </a:moveTo>
                <a:lnTo>
                  <a:pt x="0" y="0"/>
                </a:lnTo>
                <a:lnTo>
                  <a:pt x="0" y="1800855"/>
                </a:lnTo>
                <a:lnTo>
                  <a:pt x="13032501" y="1800855"/>
                </a:lnTo>
                <a:lnTo>
                  <a:pt x="130325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976154">
            <a:off x="1971508" y="-2967904"/>
            <a:ext cx="14344983" cy="18219679"/>
          </a:xfrm>
          <a:custGeom>
            <a:avLst/>
            <a:gdLst/>
            <a:ahLst/>
            <a:cxnLst/>
            <a:rect r="r" b="b" t="t" l="l"/>
            <a:pathLst>
              <a:path h="18219679" w="14344983">
                <a:moveTo>
                  <a:pt x="0" y="0"/>
                </a:moveTo>
                <a:lnTo>
                  <a:pt x="14344984" y="0"/>
                </a:lnTo>
                <a:lnTo>
                  <a:pt x="14344984" y="18219678"/>
                </a:lnTo>
                <a:lnTo>
                  <a:pt x="0" y="18219678"/>
                </a:lnTo>
                <a:lnTo>
                  <a:pt x="0" y="0"/>
                </a:lnTo>
                <a:close/>
              </a:path>
            </a:pathLst>
          </a:custGeom>
          <a:blipFill>
            <a:blip r:embed="rId4"/>
            <a:stretch>
              <a:fillRect l="0" t="0" r="0" b="0"/>
            </a:stretch>
          </a:blipFill>
        </p:spPr>
      </p:sp>
      <p:sp>
        <p:nvSpPr>
          <p:cNvPr name="Freeform 5" id="5"/>
          <p:cNvSpPr/>
          <p:nvPr/>
        </p:nvSpPr>
        <p:spPr>
          <a:xfrm flipH="false" flipV="false" rot="131805">
            <a:off x="2525286" y="5705759"/>
            <a:ext cx="1454665" cy="1381115"/>
          </a:xfrm>
          <a:custGeom>
            <a:avLst/>
            <a:gdLst/>
            <a:ahLst/>
            <a:cxnLst/>
            <a:rect r="r" b="b" t="t" l="l"/>
            <a:pathLst>
              <a:path h="1381115" w="1454665">
                <a:moveTo>
                  <a:pt x="0" y="0"/>
                </a:moveTo>
                <a:lnTo>
                  <a:pt x="1454665" y="0"/>
                </a:lnTo>
                <a:lnTo>
                  <a:pt x="1454665" y="1381115"/>
                </a:lnTo>
                <a:lnTo>
                  <a:pt x="0" y="1381115"/>
                </a:lnTo>
                <a:lnTo>
                  <a:pt x="0" y="0"/>
                </a:lnTo>
                <a:close/>
              </a:path>
            </a:pathLst>
          </a:custGeom>
          <a:blipFill>
            <a:blip r:embed="rId5"/>
            <a:stretch>
              <a:fillRect l="0" t="0" r="0" b="0"/>
            </a:stretch>
          </a:blipFill>
        </p:spPr>
      </p:sp>
      <p:sp>
        <p:nvSpPr>
          <p:cNvPr name="Freeform 6" id="6"/>
          <p:cNvSpPr/>
          <p:nvPr/>
        </p:nvSpPr>
        <p:spPr>
          <a:xfrm flipH="false" flipV="false" rot="131805">
            <a:off x="2510365" y="7313048"/>
            <a:ext cx="1454665" cy="1381115"/>
          </a:xfrm>
          <a:custGeom>
            <a:avLst/>
            <a:gdLst/>
            <a:ahLst/>
            <a:cxnLst/>
            <a:rect r="r" b="b" t="t" l="l"/>
            <a:pathLst>
              <a:path h="1381115" w="1454665">
                <a:moveTo>
                  <a:pt x="0" y="0"/>
                </a:moveTo>
                <a:lnTo>
                  <a:pt x="1454666" y="0"/>
                </a:lnTo>
                <a:lnTo>
                  <a:pt x="1454666" y="1381115"/>
                </a:lnTo>
                <a:lnTo>
                  <a:pt x="0" y="1381115"/>
                </a:lnTo>
                <a:lnTo>
                  <a:pt x="0" y="0"/>
                </a:lnTo>
                <a:close/>
              </a:path>
            </a:pathLst>
          </a:custGeom>
          <a:blipFill>
            <a:blip r:embed="rId5"/>
            <a:stretch>
              <a:fillRect l="0" t="0" r="0" b="0"/>
            </a:stretch>
          </a:blipFill>
        </p:spPr>
      </p:sp>
      <p:sp>
        <p:nvSpPr>
          <p:cNvPr name="Freeform 7" id="7"/>
          <p:cNvSpPr/>
          <p:nvPr/>
        </p:nvSpPr>
        <p:spPr>
          <a:xfrm flipH="false" flipV="false" rot="131805">
            <a:off x="2510365" y="4098450"/>
            <a:ext cx="1454665" cy="1381115"/>
          </a:xfrm>
          <a:custGeom>
            <a:avLst/>
            <a:gdLst/>
            <a:ahLst/>
            <a:cxnLst/>
            <a:rect r="r" b="b" t="t" l="l"/>
            <a:pathLst>
              <a:path h="1381115" w="1454665">
                <a:moveTo>
                  <a:pt x="0" y="0"/>
                </a:moveTo>
                <a:lnTo>
                  <a:pt x="1454666" y="0"/>
                </a:lnTo>
                <a:lnTo>
                  <a:pt x="1454666" y="1381115"/>
                </a:lnTo>
                <a:lnTo>
                  <a:pt x="0" y="1381115"/>
                </a:lnTo>
                <a:lnTo>
                  <a:pt x="0" y="0"/>
                </a:lnTo>
                <a:close/>
              </a:path>
            </a:pathLst>
          </a:custGeom>
          <a:blipFill>
            <a:blip r:embed="rId5"/>
            <a:stretch>
              <a:fillRect l="0" t="0" r="0" b="0"/>
            </a:stretch>
          </a:blipFill>
        </p:spPr>
      </p:sp>
      <p:sp>
        <p:nvSpPr>
          <p:cNvPr name="Freeform 8" id="8"/>
          <p:cNvSpPr/>
          <p:nvPr/>
        </p:nvSpPr>
        <p:spPr>
          <a:xfrm flipH="false" flipV="false" rot="131805">
            <a:off x="2525286" y="8932080"/>
            <a:ext cx="1454665" cy="1381115"/>
          </a:xfrm>
          <a:custGeom>
            <a:avLst/>
            <a:gdLst/>
            <a:ahLst/>
            <a:cxnLst/>
            <a:rect r="r" b="b" t="t" l="l"/>
            <a:pathLst>
              <a:path h="1381115" w="1454665">
                <a:moveTo>
                  <a:pt x="0" y="0"/>
                </a:moveTo>
                <a:lnTo>
                  <a:pt x="1454665" y="0"/>
                </a:lnTo>
                <a:lnTo>
                  <a:pt x="1454665" y="1381115"/>
                </a:lnTo>
                <a:lnTo>
                  <a:pt x="0" y="1381115"/>
                </a:lnTo>
                <a:lnTo>
                  <a:pt x="0" y="0"/>
                </a:lnTo>
                <a:close/>
              </a:path>
            </a:pathLst>
          </a:custGeom>
          <a:blipFill>
            <a:blip r:embed="rId5"/>
            <a:stretch>
              <a:fillRect l="0" t="0" r="0" b="0"/>
            </a:stretch>
          </a:blipFill>
        </p:spPr>
      </p:sp>
      <p:sp>
        <p:nvSpPr>
          <p:cNvPr name="Freeform 9" id="9"/>
          <p:cNvSpPr/>
          <p:nvPr/>
        </p:nvSpPr>
        <p:spPr>
          <a:xfrm flipH="false" flipV="false" rot="131805">
            <a:off x="10169597" y="4129248"/>
            <a:ext cx="1454665" cy="1381115"/>
          </a:xfrm>
          <a:custGeom>
            <a:avLst/>
            <a:gdLst/>
            <a:ahLst/>
            <a:cxnLst/>
            <a:rect r="r" b="b" t="t" l="l"/>
            <a:pathLst>
              <a:path h="1381115" w="1454665">
                <a:moveTo>
                  <a:pt x="0" y="0"/>
                </a:moveTo>
                <a:lnTo>
                  <a:pt x="1454666" y="0"/>
                </a:lnTo>
                <a:lnTo>
                  <a:pt x="1454666" y="1381115"/>
                </a:lnTo>
                <a:lnTo>
                  <a:pt x="0" y="1381115"/>
                </a:lnTo>
                <a:lnTo>
                  <a:pt x="0" y="0"/>
                </a:lnTo>
                <a:close/>
              </a:path>
            </a:pathLst>
          </a:custGeom>
          <a:blipFill>
            <a:blip r:embed="rId5"/>
            <a:stretch>
              <a:fillRect l="0" t="0" r="0" b="0"/>
            </a:stretch>
          </a:blipFill>
        </p:spPr>
      </p:sp>
      <p:sp>
        <p:nvSpPr>
          <p:cNvPr name="Freeform 10" id="10"/>
          <p:cNvSpPr/>
          <p:nvPr/>
        </p:nvSpPr>
        <p:spPr>
          <a:xfrm flipH="false" flipV="false" rot="131805">
            <a:off x="10202756" y="5758291"/>
            <a:ext cx="1454665" cy="1381115"/>
          </a:xfrm>
          <a:custGeom>
            <a:avLst/>
            <a:gdLst/>
            <a:ahLst/>
            <a:cxnLst/>
            <a:rect r="r" b="b" t="t" l="l"/>
            <a:pathLst>
              <a:path h="1381115" w="1454665">
                <a:moveTo>
                  <a:pt x="0" y="0"/>
                </a:moveTo>
                <a:lnTo>
                  <a:pt x="1454665" y="0"/>
                </a:lnTo>
                <a:lnTo>
                  <a:pt x="1454665" y="1381115"/>
                </a:lnTo>
                <a:lnTo>
                  <a:pt x="0" y="1381115"/>
                </a:lnTo>
                <a:lnTo>
                  <a:pt x="0" y="0"/>
                </a:lnTo>
                <a:close/>
              </a:path>
            </a:pathLst>
          </a:custGeom>
          <a:blipFill>
            <a:blip r:embed="rId5"/>
            <a:stretch>
              <a:fillRect l="0" t="0" r="0" b="0"/>
            </a:stretch>
          </a:blipFill>
        </p:spPr>
      </p:sp>
      <p:sp>
        <p:nvSpPr>
          <p:cNvPr name="Freeform 11" id="11"/>
          <p:cNvSpPr/>
          <p:nvPr/>
        </p:nvSpPr>
        <p:spPr>
          <a:xfrm flipH="false" flipV="false" rot="131805">
            <a:off x="10219795" y="7384650"/>
            <a:ext cx="1454665" cy="1381115"/>
          </a:xfrm>
          <a:custGeom>
            <a:avLst/>
            <a:gdLst/>
            <a:ahLst/>
            <a:cxnLst/>
            <a:rect r="r" b="b" t="t" l="l"/>
            <a:pathLst>
              <a:path h="1381115" w="1454665">
                <a:moveTo>
                  <a:pt x="0" y="0"/>
                </a:moveTo>
                <a:lnTo>
                  <a:pt x="1454665" y="0"/>
                </a:lnTo>
                <a:lnTo>
                  <a:pt x="1454665" y="1381115"/>
                </a:lnTo>
                <a:lnTo>
                  <a:pt x="0" y="1381115"/>
                </a:lnTo>
                <a:lnTo>
                  <a:pt x="0" y="0"/>
                </a:lnTo>
                <a:close/>
              </a:path>
            </a:pathLst>
          </a:custGeom>
          <a:blipFill>
            <a:blip r:embed="rId5"/>
            <a:stretch>
              <a:fillRect l="0" t="0" r="0" b="0"/>
            </a:stretch>
          </a:blipFill>
        </p:spPr>
      </p:sp>
      <p:sp>
        <p:nvSpPr>
          <p:cNvPr name="Freeform 12" id="12"/>
          <p:cNvSpPr/>
          <p:nvPr/>
        </p:nvSpPr>
        <p:spPr>
          <a:xfrm flipH="false" flipV="false" rot="0">
            <a:off x="2541580" y="1414710"/>
            <a:ext cx="1389707" cy="1781676"/>
          </a:xfrm>
          <a:custGeom>
            <a:avLst/>
            <a:gdLst/>
            <a:ahLst/>
            <a:cxnLst/>
            <a:rect r="r" b="b" t="t" l="l"/>
            <a:pathLst>
              <a:path h="1781676" w="1389707">
                <a:moveTo>
                  <a:pt x="0" y="0"/>
                </a:moveTo>
                <a:lnTo>
                  <a:pt x="1389707" y="0"/>
                </a:lnTo>
                <a:lnTo>
                  <a:pt x="1389707" y="1781676"/>
                </a:lnTo>
                <a:lnTo>
                  <a:pt x="0" y="17816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5994156" y="1390239"/>
            <a:ext cx="6299688" cy="2519875"/>
          </a:xfrm>
          <a:custGeom>
            <a:avLst/>
            <a:gdLst/>
            <a:ahLst/>
            <a:cxnLst/>
            <a:rect r="r" b="b" t="t" l="l"/>
            <a:pathLst>
              <a:path h="2519875" w="6299688">
                <a:moveTo>
                  <a:pt x="0" y="0"/>
                </a:moveTo>
                <a:lnTo>
                  <a:pt x="6299688" y="0"/>
                </a:lnTo>
                <a:lnTo>
                  <a:pt x="6299688" y="2519875"/>
                </a:lnTo>
                <a:lnTo>
                  <a:pt x="0" y="25198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5311545" y="957510"/>
            <a:ext cx="7664910" cy="2729520"/>
          </a:xfrm>
          <a:prstGeom prst="rect">
            <a:avLst/>
          </a:prstGeom>
        </p:spPr>
        <p:txBody>
          <a:bodyPr anchor="t" rtlCol="false" tIns="0" lIns="0" bIns="0" rIns="0">
            <a:spAutoFit/>
          </a:bodyPr>
          <a:lstStyle/>
          <a:p>
            <a:pPr algn="ctr">
              <a:lnSpc>
                <a:spcPts val="20022"/>
              </a:lnSpc>
              <a:spcBef>
                <a:spcPct val="0"/>
              </a:spcBef>
            </a:pPr>
            <a:r>
              <a:rPr lang="en-US" sz="14301" spc="314">
                <a:solidFill>
                  <a:srgbClr val="000000"/>
                </a:solidFill>
                <a:latin typeface="Ballpoint"/>
              </a:rPr>
              <a:t>Thuc hiên</a:t>
            </a:r>
          </a:p>
        </p:txBody>
      </p:sp>
      <p:sp>
        <p:nvSpPr>
          <p:cNvPr name="TextBox 15" id="15"/>
          <p:cNvSpPr txBox="true"/>
          <p:nvPr/>
        </p:nvSpPr>
        <p:spPr>
          <a:xfrm rot="0">
            <a:off x="2773110" y="3825651"/>
            <a:ext cx="929176" cy="1338386"/>
          </a:xfrm>
          <a:prstGeom prst="rect">
            <a:avLst/>
          </a:prstGeom>
        </p:spPr>
        <p:txBody>
          <a:bodyPr anchor="t" rtlCol="false" tIns="0" lIns="0" bIns="0" rIns="0">
            <a:spAutoFit/>
          </a:bodyPr>
          <a:lstStyle/>
          <a:p>
            <a:pPr algn="ctr">
              <a:lnSpc>
                <a:spcPts val="11293"/>
              </a:lnSpc>
              <a:spcBef>
                <a:spcPct val="0"/>
              </a:spcBef>
            </a:pPr>
            <a:r>
              <a:rPr lang="en-US" sz="7014">
                <a:solidFill>
                  <a:srgbClr val="000000"/>
                </a:solidFill>
                <a:latin typeface="Itim"/>
              </a:rPr>
              <a:t>1</a:t>
            </a:r>
          </a:p>
        </p:txBody>
      </p:sp>
      <p:sp>
        <p:nvSpPr>
          <p:cNvPr name="TextBox 16" id="16"/>
          <p:cNvSpPr txBox="true"/>
          <p:nvPr/>
        </p:nvSpPr>
        <p:spPr>
          <a:xfrm rot="0">
            <a:off x="2773110" y="5431710"/>
            <a:ext cx="929176" cy="1338386"/>
          </a:xfrm>
          <a:prstGeom prst="rect">
            <a:avLst/>
          </a:prstGeom>
        </p:spPr>
        <p:txBody>
          <a:bodyPr anchor="t" rtlCol="false" tIns="0" lIns="0" bIns="0" rIns="0">
            <a:spAutoFit/>
          </a:bodyPr>
          <a:lstStyle/>
          <a:p>
            <a:pPr algn="ctr">
              <a:lnSpc>
                <a:spcPts val="11293"/>
              </a:lnSpc>
              <a:spcBef>
                <a:spcPct val="0"/>
              </a:spcBef>
            </a:pPr>
            <a:r>
              <a:rPr lang="en-US" sz="7014">
                <a:solidFill>
                  <a:srgbClr val="000000"/>
                </a:solidFill>
                <a:latin typeface="Itim"/>
              </a:rPr>
              <a:t>2</a:t>
            </a:r>
          </a:p>
        </p:txBody>
      </p:sp>
      <p:sp>
        <p:nvSpPr>
          <p:cNvPr name="TextBox 17" id="17"/>
          <p:cNvSpPr txBox="true"/>
          <p:nvPr/>
        </p:nvSpPr>
        <p:spPr>
          <a:xfrm rot="0">
            <a:off x="2773110" y="7009451"/>
            <a:ext cx="929176" cy="1338386"/>
          </a:xfrm>
          <a:prstGeom prst="rect">
            <a:avLst/>
          </a:prstGeom>
        </p:spPr>
        <p:txBody>
          <a:bodyPr anchor="t" rtlCol="false" tIns="0" lIns="0" bIns="0" rIns="0">
            <a:spAutoFit/>
          </a:bodyPr>
          <a:lstStyle/>
          <a:p>
            <a:pPr algn="ctr">
              <a:lnSpc>
                <a:spcPts val="11293"/>
              </a:lnSpc>
              <a:spcBef>
                <a:spcPct val="0"/>
              </a:spcBef>
            </a:pPr>
            <a:r>
              <a:rPr lang="en-US" sz="7014">
                <a:solidFill>
                  <a:srgbClr val="000000"/>
                </a:solidFill>
                <a:latin typeface="Itim"/>
              </a:rPr>
              <a:t>3</a:t>
            </a:r>
          </a:p>
        </p:txBody>
      </p:sp>
      <p:sp>
        <p:nvSpPr>
          <p:cNvPr name="TextBox 18" id="18"/>
          <p:cNvSpPr txBox="true"/>
          <p:nvPr/>
        </p:nvSpPr>
        <p:spPr>
          <a:xfrm rot="0">
            <a:off x="2802950" y="8616760"/>
            <a:ext cx="929176" cy="1338386"/>
          </a:xfrm>
          <a:prstGeom prst="rect">
            <a:avLst/>
          </a:prstGeom>
        </p:spPr>
        <p:txBody>
          <a:bodyPr anchor="t" rtlCol="false" tIns="0" lIns="0" bIns="0" rIns="0">
            <a:spAutoFit/>
          </a:bodyPr>
          <a:lstStyle/>
          <a:p>
            <a:pPr algn="ctr">
              <a:lnSpc>
                <a:spcPts val="11293"/>
              </a:lnSpc>
              <a:spcBef>
                <a:spcPct val="0"/>
              </a:spcBef>
            </a:pPr>
            <a:r>
              <a:rPr lang="en-US" sz="7014">
                <a:solidFill>
                  <a:srgbClr val="000000"/>
                </a:solidFill>
                <a:latin typeface="Itim"/>
              </a:rPr>
              <a:t>4</a:t>
            </a:r>
          </a:p>
        </p:txBody>
      </p:sp>
      <p:sp>
        <p:nvSpPr>
          <p:cNvPr name="TextBox 19" id="19"/>
          <p:cNvSpPr txBox="true"/>
          <p:nvPr/>
        </p:nvSpPr>
        <p:spPr>
          <a:xfrm rot="0">
            <a:off x="3773610" y="9185421"/>
            <a:ext cx="4988242" cy="579060"/>
          </a:xfrm>
          <a:prstGeom prst="rect">
            <a:avLst/>
          </a:prstGeom>
        </p:spPr>
        <p:txBody>
          <a:bodyPr anchor="t" rtlCol="false" tIns="0" lIns="0" bIns="0" rIns="0">
            <a:spAutoFit/>
          </a:bodyPr>
          <a:lstStyle/>
          <a:p>
            <a:pPr algn="l" marL="652233" indent="-326117" lvl="1">
              <a:lnSpc>
                <a:spcPts val="4863"/>
              </a:lnSpc>
              <a:buFont typeface="Arial"/>
              <a:buChar char="•"/>
            </a:pPr>
            <a:r>
              <a:rPr lang="en-US" sz="3020">
                <a:solidFill>
                  <a:srgbClr val="000000"/>
                </a:solidFill>
                <a:latin typeface="Itim"/>
              </a:rPr>
              <a:t>KIỂM THỬ</a:t>
            </a:r>
          </a:p>
        </p:txBody>
      </p:sp>
      <p:sp>
        <p:nvSpPr>
          <p:cNvPr name="TextBox 20" id="20"/>
          <p:cNvSpPr txBox="true"/>
          <p:nvPr/>
        </p:nvSpPr>
        <p:spPr>
          <a:xfrm rot="0">
            <a:off x="3720136" y="7583494"/>
            <a:ext cx="4988242" cy="579060"/>
          </a:xfrm>
          <a:prstGeom prst="rect">
            <a:avLst/>
          </a:prstGeom>
        </p:spPr>
        <p:txBody>
          <a:bodyPr anchor="t" rtlCol="false" tIns="0" lIns="0" bIns="0" rIns="0">
            <a:spAutoFit/>
          </a:bodyPr>
          <a:lstStyle/>
          <a:p>
            <a:pPr algn="l" marL="652233" indent="-326117" lvl="1">
              <a:lnSpc>
                <a:spcPts val="4863"/>
              </a:lnSpc>
              <a:buFont typeface="Arial"/>
              <a:buChar char="•"/>
            </a:pPr>
            <a:r>
              <a:rPr lang="en-US" sz="3020">
                <a:solidFill>
                  <a:srgbClr val="000000"/>
                </a:solidFill>
                <a:latin typeface="Itim"/>
              </a:rPr>
              <a:t>LẬP TRÌNH, PHÁT TRIỂN</a:t>
            </a:r>
          </a:p>
        </p:txBody>
      </p:sp>
      <p:sp>
        <p:nvSpPr>
          <p:cNvPr name="TextBox 21" id="21"/>
          <p:cNvSpPr txBox="true"/>
          <p:nvPr/>
        </p:nvSpPr>
        <p:spPr>
          <a:xfrm rot="0">
            <a:off x="3720136" y="5929265"/>
            <a:ext cx="4988242" cy="579060"/>
          </a:xfrm>
          <a:prstGeom prst="rect">
            <a:avLst/>
          </a:prstGeom>
        </p:spPr>
        <p:txBody>
          <a:bodyPr anchor="t" rtlCol="false" tIns="0" lIns="0" bIns="0" rIns="0">
            <a:spAutoFit/>
          </a:bodyPr>
          <a:lstStyle/>
          <a:p>
            <a:pPr algn="l" marL="652233" indent="-326117" lvl="1">
              <a:lnSpc>
                <a:spcPts val="4863"/>
              </a:lnSpc>
              <a:buFont typeface="Arial"/>
              <a:buChar char="•"/>
            </a:pPr>
            <a:r>
              <a:rPr lang="en-US" sz="3020">
                <a:solidFill>
                  <a:srgbClr val="000000"/>
                </a:solidFill>
                <a:latin typeface="Itim"/>
              </a:rPr>
              <a:t>THIẾT LẬP MÔI TRƯỜNG</a:t>
            </a:r>
          </a:p>
        </p:txBody>
      </p:sp>
      <p:sp>
        <p:nvSpPr>
          <p:cNvPr name="TextBox 22" id="22"/>
          <p:cNvSpPr txBox="true"/>
          <p:nvPr/>
        </p:nvSpPr>
        <p:spPr>
          <a:xfrm rot="0">
            <a:off x="3720136" y="4410906"/>
            <a:ext cx="6181607" cy="579060"/>
          </a:xfrm>
          <a:prstGeom prst="rect">
            <a:avLst/>
          </a:prstGeom>
        </p:spPr>
        <p:txBody>
          <a:bodyPr anchor="t" rtlCol="false" tIns="0" lIns="0" bIns="0" rIns="0">
            <a:spAutoFit/>
          </a:bodyPr>
          <a:lstStyle/>
          <a:p>
            <a:pPr algn="l" marL="652233" indent="-326117" lvl="1">
              <a:lnSpc>
                <a:spcPts val="4863"/>
              </a:lnSpc>
              <a:buFont typeface="Arial"/>
              <a:buChar char="•"/>
            </a:pPr>
            <a:r>
              <a:rPr lang="en-US" sz="3020">
                <a:solidFill>
                  <a:srgbClr val="000000"/>
                </a:solidFill>
                <a:latin typeface="Itim"/>
              </a:rPr>
              <a:t>LẬP KẾ HOẠCH, PHÂN CÔNG</a:t>
            </a:r>
          </a:p>
        </p:txBody>
      </p:sp>
      <p:sp>
        <p:nvSpPr>
          <p:cNvPr name="TextBox 23" id="23"/>
          <p:cNvSpPr txBox="true"/>
          <p:nvPr/>
        </p:nvSpPr>
        <p:spPr>
          <a:xfrm rot="0">
            <a:off x="10417422" y="3918693"/>
            <a:ext cx="929176" cy="1338386"/>
          </a:xfrm>
          <a:prstGeom prst="rect">
            <a:avLst/>
          </a:prstGeom>
        </p:spPr>
        <p:txBody>
          <a:bodyPr anchor="t" rtlCol="false" tIns="0" lIns="0" bIns="0" rIns="0">
            <a:spAutoFit/>
          </a:bodyPr>
          <a:lstStyle/>
          <a:p>
            <a:pPr algn="ctr">
              <a:lnSpc>
                <a:spcPts val="11293"/>
              </a:lnSpc>
              <a:spcBef>
                <a:spcPct val="0"/>
              </a:spcBef>
            </a:pPr>
            <a:r>
              <a:rPr lang="en-US" sz="7014">
                <a:solidFill>
                  <a:srgbClr val="000000"/>
                </a:solidFill>
                <a:latin typeface="Itim"/>
              </a:rPr>
              <a:t>5</a:t>
            </a:r>
          </a:p>
        </p:txBody>
      </p:sp>
      <p:sp>
        <p:nvSpPr>
          <p:cNvPr name="TextBox 24" id="24"/>
          <p:cNvSpPr txBox="true"/>
          <p:nvPr/>
        </p:nvSpPr>
        <p:spPr>
          <a:xfrm rot="0">
            <a:off x="11354923" y="4374507"/>
            <a:ext cx="4988242" cy="579060"/>
          </a:xfrm>
          <a:prstGeom prst="rect">
            <a:avLst/>
          </a:prstGeom>
        </p:spPr>
        <p:txBody>
          <a:bodyPr anchor="t" rtlCol="false" tIns="0" lIns="0" bIns="0" rIns="0">
            <a:spAutoFit/>
          </a:bodyPr>
          <a:lstStyle/>
          <a:p>
            <a:pPr algn="l" marL="652233" indent="-326117" lvl="1">
              <a:lnSpc>
                <a:spcPts val="4863"/>
              </a:lnSpc>
              <a:buFont typeface="Arial"/>
              <a:buChar char="•"/>
            </a:pPr>
            <a:r>
              <a:rPr lang="en-US" sz="3020">
                <a:solidFill>
                  <a:srgbClr val="000000"/>
                </a:solidFill>
                <a:latin typeface="Itim"/>
              </a:rPr>
              <a:t>TRIỂN KHAI ỨNG DỤNG</a:t>
            </a:r>
          </a:p>
        </p:txBody>
      </p:sp>
      <p:sp>
        <p:nvSpPr>
          <p:cNvPr name="TextBox 25" id="25"/>
          <p:cNvSpPr txBox="true"/>
          <p:nvPr/>
        </p:nvSpPr>
        <p:spPr>
          <a:xfrm rot="0">
            <a:off x="10432342" y="5497173"/>
            <a:ext cx="929176" cy="1338386"/>
          </a:xfrm>
          <a:prstGeom prst="rect">
            <a:avLst/>
          </a:prstGeom>
        </p:spPr>
        <p:txBody>
          <a:bodyPr anchor="t" rtlCol="false" tIns="0" lIns="0" bIns="0" rIns="0">
            <a:spAutoFit/>
          </a:bodyPr>
          <a:lstStyle/>
          <a:p>
            <a:pPr algn="ctr">
              <a:lnSpc>
                <a:spcPts val="11293"/>
              </a:lnSpc>
              <a:spcBef>
                <a:spcPct val="0"/>
              </a:spcBef>
            </a:pPr>
            <a:r>
              <a:rPr lang="en-US" sz="7014">
                <a:solidFill>
                  <a:srgbClr val="000000"/>
                </a:solidFill>
                <a:latin typeface="Itim"/>
              </a:rPr>
              <a:t>6</a:t>
            </a:r>
          </a:p>
        </p:txBody>
      </p:sp>
      <p:sp>
        <p:nvSpPr>
          <p:cNvPr name="TextBox 26" id="26"/>
          <p:cNvSpPr txBox="true"/>
          <p:nvPr/>
        </p:nvSpPr>
        <p:spPr>
          <a:xfrm rot="0">
            <a:off x="10449381" y="7123532"/>
            <a:ext cx="929176" cy="1338386"/>
          </a:xfrm>
          <a:prstGeom prst="rect">
            <a:avLst/>
          </a:prstGeom>
        </p:spPr>
        <p:txBody>
          <a:bodyPr anchor="t" rtlCol="false" tIns="0" lIns="0" bIns="0" rIns="0">
            <a:spAutoFit/>
          </a:bodyPr>
          <a:lstStyle/>
          <a:p>
            <a:pPr algn="ctr">
              <a:lnSpc>
                <a:spcPts val="11293"/>
              </a:lnSpc>
              <a:spcBef>
                <a:spcPct val="0"/>
              </a:spcBef>
            </a:pPr>
            <a:r>
              <a:rPr lang="en-US" sz="7014">
                <a:solidFill>
                  <a:srgbClr val="000000"/>
                </a:solidFill>
                <a:latin typeface="Itim"/>
              </a:rPr>
              <a:t>6</a:t>
            </a:r>
          </a:p>
        </p:txBody>
      </p:sp>
      <p:sp>
        <p:nvSpPr>
          <p:cNvPr name="TextBox 27" id="27"/>
          <p:cNvSpPr txBox="true"/>
          <p:nvPr/>
        </p:nvSpPr>
        <p:spPr>
          <a:xfrm rot="0">
            <a:off x="11371043" y="5952988"/>
            <a:ext cx="4988242" cy="579060"/>
          </a:xfrm>
          <a:prstGeom prst="rect">
            <a:avLst/>
          </a:prstGeom>
        </p:spPr>
        <p:txBody>
          <a:bodyPr anchor="t" rtlCol="false" tIns="0" lIns="0" bIns="0" rIns="0">
            <a:spAutoFit/>
          </a:bodyPr>
          <a:lstStyle/>
          <a:p>
            <a:pPr algn="l" marL="652233" indent="-326117" lvl="1">
              <a:lnSpc>
                <a:spcPts val="4863"/>
              </a:lnSpc>
              <a:buFont typeface="Arial"/>
              <a:buChar char="•"/>
            </a:pPr>
            <a:r>
              <a:rPr lang="en-US" sz="3020">
                <a:solidFill>
                  <a:srgbClr val="000000"/>
                </a:solidFill>
                <a:latin typeface="Itim"/>
              </a:rPr>
              <a:t>TÀI LIỆU, ĐÀO TẠO</a:t>
            </a:r>
          </a:p>
        </p:txBody>
      </p:sp>
      <p:sp>
        <p:nvSpPr>
          <p:cNvPr name="TextBox 28" id="28"/>
          <p:cNvSpPr txBox="true"/>
          <p:nvPr/>
        </p:nvSpPr>
        <p:spPr>
          <a:xfrm rot="0">
            <a:off x="11388082" y="7579347"/>
            <a:ext cx="4988242" cy="579060"/>
          </a:xfrm>
          <a:prstGeom prst="rect">
            <a:avLst/>
          </a:prstGeom>
        </p:spPr>
        <p:txBody>
          <a:bodyPr anchor="t" rtlCol="false" tIns="0" lIns="0" bIns="0" rIns="0">
            <a:spAutoFit/>
          </a:bodyPr>
          <a:lstStyle/>
          <a:p>
            <a:pPr algn="l" marL="652233" indent="-326117" lvl="1">
              <a:lnSpc>
                <a:spcPts val="4863"/>
              </a:lnSpc>
              <a:buFont typeface="Arial"/>
              <a:buChar char="•"/>
            </a:pPr>
            <a:r>
              <a:rPr lang="en-US" sz="3020">
                <a:solidFill>
                  <a:srgbClr val="000000"/>
                </a:solidFill>
                <a:latin typeface="Itim"/>
              </a:rPr>
              <a:t>BẢO TRÌ VÀ NÂNG CẤP</a:t>
            </a:r>
          </a:p>
        </p:txBody>
      </p:sp>
      <p:sp>
        <p:nvSpPr>
          <p:cNvPr name="Freeform 29" id="29"/>
          <p:cNvSpPr/>
          <p:nvPr/>
        </p:nvSpPr>
        <p:spPr>
          <a:xfrm flipH="false" flipV="false" rot="740594">
            <a:off x="15054852" y="2104306"/>
            <a:ext cx="1389707" cy="1781676"/>
          </a:xfrm>
          <a:custGeom>
            <a:avLst/>
            <a:gdLst/>
            <a:ahLst/>
            <a:cxnLst/>
            <a:rect r="r" b="b" t="t" l="l"/>
            <a:pathLst>
              <a:path h="1781676" w="1389707">
                <a:moveTo>
                  <a:pt x="0" y="0"/>
                </a:moveTo>
                <a:lnTo>
                  <a:pt x="1389707" y="0"/>
                </a:lnTo>
                <a:lnTo>
                  <a:pt x="1389707" y="1781677"/>
                </a:lnTo>
                <a:lnTo>
                  <a:pt x="0" y="17816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0" id="30"/>
          <p:cNvSpPr txBox="true"/>
          <p:nvPr/>
        </p:nvSpPr>
        <p:spPr>
          <a:xfrm rot="0">
            <a:off x="8165879" y="1595360"/>
            <a:ext cx="1372598" cy="2361419"/>
          </a:xfrm>
          <a:prstGeom prst="rect">
            <a:avLst/>
          </a:prstGeom>
        </p:spPr>
        <p:txBody>
          <a:bodyPr anchor="t" rtlCol="false" tIns="0" lIns="0" bIns="0" rIns="0">
            <a:spAutoFit/>
          </a:bodyPr>
          <a:lstStyle/>
          <a:p>
            <a:pPr algn="ctr">
              <a:lnSpc>
                <a:spcPts val="17362"/>
              </a:lnSpc>
              <a:spcBef>
                <a:spcPct val="0"/>
              </a:spcBef>
            </a:pPr>
            <a:r>
              <a:rPr lang="en-US" sz="12401" spc="272">
                <a:solidFill>
                  <a:srgbClr val="000000"/>
                </a:solidFill>
                <a:latin typeface="Ballpoint"/>
              </a:rPr>
              <a:t>̉</a:t>
            </a:r>
          </a:p>
        </p:txBody>
      </p:sp>
      <p:sp>
        <p:nvSpPr>
          <p:cNvPr name="TextBox 31" id="31"/>
          <p:cNvSpPr txBox="true"/>
          <p:nvPr/>
        </p:nvSpPr>
        <p:spPr>
          <a:xfrm rot="0">
            <a:off x="7479580" y="1500111"/>
            <a:ext cx="1372598" cy="2361419"/>
          </a:xfrm>
          <a:prstGeom prst="rect">
            <a:avLst/>
          </a:prstGeom>
        </p:spPr>
        <p:txBody>
          <a:bodyPr anchor="t" rtlCol="false" tIns="0" lIns="0" bIns="0" rIns="0">
            <a:spAutoFit/>
          </a:bodyPr>
          <a:lstStyle/>
          <a:p>
            <a:pPr algn="ctr">
              <a:lnSpc>
                <a:spcPts val="17362"/>
              </a:lnSpc>
              <a:spcBef>
                <a:spcPct val="0"/>
              </a:spcBef>
            </a:pPr>
            <a:r>
              <a:rPr lang="en-US" sz="12401" spc="272">
                <a:solidFill>
                  <a:srgbClr val="000000"/>
                </a:solidFill>
                <a:latin typeface="Ballpoint"/>
              </a:rPr>
              <a:t>.</a:t>
            </a:r>
          </a:p>
        </p:txBody>
      </p:sp>
      <p:sp>
        <p:nvSpPr>
          <p:cNvPr name="TextBox 32" id="32"/>
          <p:cNvSpPr txBox="true"/>
          <p:nvPr/>
        </p:nvSpPr>
        <p:spPr>
          <a:xfrm rot="0">
            <a:off x="10192338" y="1500111"/>
            <a:ext cx="1372598" cy="2361419"/>
          </a:xfrm>
          <a:prstGeom prst="rect">
            <a:avLst/>
          </a:prstGeom>
        </p:spPr>
        <p:txBody>
          <a:bodyPr anchor="t" rtlCol="false" tIns="0" lIns="0" bIns="0" rIns="0">
            <a:spAutoFit/>
          </a:bodyPr>
          <a:lstStyle/>
          <a:p>
            <a:pPr algn="ctr">
              <a:lnSpc>
                <a:spcPts val="17362"/>
              </a:lnSpc>
              <a:spcBef>
                <a:spcPct val="0"/>
              </a:spcBef>
            </a:pPr>
            <a:r>
              <a:rPr lang="en-US" sz="12401" spc="272">
                <a:solidFill>
                  <a:srgbClr val="000000"/>
                </a:solidFill>
                <a:latin typeface="Ballpoint"/>
              </a:rPr>
              <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F1E7"/>
        </a:solidFill>
      </p:bgPr>
    </p:bg>
    <p:spTree>
      <p:nvGrpSpPr>
        <p:cNvPr id="1" name=""/>
        <p:cNvGrpSpPr/>
        <p:nvPr/>
      </p:nvGrpSpPr>
      <p:grpSpPr>
        <a:xfrm>
          <a:off x="0" y="0"/>
          <a:ext cx="0" cy="0"/>
          <a:chOff x="0" y="0"/>
          <a:chExt cx="0" cy="0"/>
        </a:xfrm>
      </p:grpSpPr>
      <p:grpSp>
        <p:nvGrpSpPr>
          <p:cNvPr name="Group 2" id="2"/>
          <p:cNvGrpSpPr/>
          <p:nvPr/>
        </p:nvGrpSpPr>
        <p:grpSpPr>
          <a:xfrm rot="0">
            <a:off x="674241" y="1545286"/>
            <a:ext cx="16230600" cy="8229600"/>
            <a:chOff x="0" y="0"/>
            <a:chExt cx="4513182" cy="2288374"/>
          </a:xfrm>
        </p:grpSpPr>
        <p:sp>
          <p:nvSpPr>
            <p:cNvPr name="Freeform 3" id="3"/>
            <p:cNvSpPr/>
            <p:nvPr/>
          </p:nvSpPr>
          <p:spPr>
            <a:xfrm flipH="false" flipV="false" rot="0">
              <a:off x="0" y="0"/>
              <a:ext cx="4513182" cy="2288374"/>
            </a:xfrm>
            <a:custGeom>
              <a:avLst/>
              <a:gdLst/>
              <a:ahLst/>
              <a:cxnLst/>
              <a:rect r="r" b="b" t="t" l="l"/>
              <a:pathLst>
                <a:path h="2288374" w="4513182">
                  <a:moveTo>
                    <a:pt x="24327" y="0"/>
                  </a:moveTo>
                  <a:lnTo>
                    <a:pt x="4488855" y="0"/>
                  </a:lnTo>
                  <a:cubicBezTo>
                    <a:pt x="4502291" y="0"/>
                    <a:pt x="4513182" y="10891"/>
                    <a:pt x="4513182" y="24327"/>
                  </a:cubicBezTo>
                  <a:lnTo>
                    <a:pt x="4513182" y="2264047"/>
                  </a:lnTo>
                  <a:cubicBezTo>
                    <a:pt x="4513182" y="2277483"/>
                    <a:pt x="4502291" y="2288374"/>
                    <a:pt x="4488855" y="2288374"/>
                  </a:cubicBezTo>
                  <a:lnTo>
                    <a:pt x="24327" y="2288374"/>
                  </a:lnTo>
                  <a:cubicBezTo>
                    <a:pt x="10891" y="2288374"/>
                    <a:pt x="0" y="2277483"/>
                    <a:pt x="0" y="2264047"/>
                  </a:cubicBezTo>
                  <a:lnTo>
                    <a:pt x="0" y="24327"/>
                  </a:lnTo>
                  <a:cubicBezTo>
                    <a:pt x="0" y="10891"/>
                    <a:pt x="10891" y="0"/>
                    <a:pt x="24327" y="0"/>
                  </a:cubicBezTo>
                  <a:close/>
                </a:path>
              </a:pathLst>
            </a:custGeom>
            <a:solidFill>
              <a:srgbClr val="EFF1E7"/>
            </a:solidFill>
            <a:ln w="38100" cap="rnd">
              <a:solidFill>
                <a:srgbClr val="000000"/>
              </a:solidFill>
              <a:prstDash val="solid"/>
              <a:round/>
            </a:ln>
          </p:spPr>
        </p:sp>
        <p:sp>
          <p:nvSpPr>
            <p:cNvPr name="TextBox 4" id="4"/>
            <p:cNvSpPr txBox="true"/>
            <p:nvPr/>
          </p:nvSpPr>
          <p:spPr>
            <a:xfrm>
              <a:off x="0" y="-38100"/>
              <a:ext cx="4513182" cy="23264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2199692" y="1955104"/>
            <a:ext cx="13179700" cy="7409963"/>
          </a:xfrm>
          <a:custGeom>
            <a:avLst/>
            <a:gdLst/>
            <a:ahLst/>
            <a:cxnLst/>
            <a:rect r="r" b="b" t="t" l="l"/>
            <a:pathLst>
              <a:path h="7409963" w="13179700">
                <a:moveTo>
                  <a:pt x="0" y="0"/>
                </a:moveTo>
                <a:lnTo>
                  <a:pt x="13179699" y="0"/>
                </a:lnTo>
                <a:lnTo>
                  <a:pt x="13179699" y="7409963"/>
                </a:lnTo>
                <a:lnTo>
                  <a:pt x="0" y="7409963"/>
                </a:lnTo>
                <a:lnTo>
                  <a:pt x="0" y="0"/>
                </a:lnTo>
                <a:close/>
              </a:path>
            </a:pathLst>
          </a:custGeom>
          <a:blipFill>
            <a:blip r:embed="rId2"/>
            <a:stretch>
              <a:fillRect l="0" t="0" r="0" b="0"/>
            </a:stretch>
          </a:blipFill>
        </p:spPr>
      </p:sp>
      <p:sp>
        <p:nvSpPr>
          <p:cNvPr name="Freeform 6" id="6"/>
          <p:cNvSpPr/>
          <p:nvPr/>
        </p:nvSpPr>
        <p:spPr>
          <a:xfrm flipH="false" flipV="false" rot="0">
            <a:off x="14598388" y="-573667"/>
            <a:ext cx="1196434" cy="3204734"/>
          </a:xfrm>
          <a:custGeom>
            <a:avLst/>
            <a:gdLst/>
            <a:ahLst/>
            <a:cxnLst/>
            <a:rect r="r" b="b" t="t" l="l"/>
            <a:pathLst>
              <a:path h="3204734" w="1196434">
                <a:moveTo>
                  <a:pt x="0" y="0"/>
                </a:moveTo>
                <a:lnTo>
                  <a:pt x="1196434" y="0"/>
                </a:lnTo>
                <a:lnTo>
                  <a:pt x="1196434" y="3204734"/>
                </a:lnTo>
                <a:lnTo>
                  <a:pt x="0" y="3204734"/>
                </a:lnTo>
                <a:lnTo>
                  <a:pt x="0" y="0"/>
                </a:lnTo>
                <a:close/>
              </a:path>
            </a:pathLst>
          </a:custGeom>
          <a:blipFill>
            <a:blip r:embed="rId3"/>
            <a:stretch>
              <a:fillRect l="0" t="0" r="0" b="0"/>
            </a:stretch>
          </a:blipFill>
        </p:spPr>
      </p:sp>
      <p:sp>
        <p:nvSpPr>
          <p:cNvPr name="Freeform 7" id="7"/>
          <p:cNvSpPr/>
          <p:nvPr/>
        </p:nvSpPr>
        <p:spPr>
          <a:xfrm flipH="false" flipV="false" rot="0">
            <a:off x="14986765" y="8186397"/>
            <a:ext cx="2946776" cy="2400283"/>
          </a:xfrm>
          <a:custGeom>
            <a:avLst/>
            <a:gdLst/>
            <a:ahLst/>
            <a:cxnLst/>
            <a:rect r="r" b="b" t="t" l="l"/>
            <a:pathLst>
              <a:path h="2400283" w="2946776">
                <a:moveTo>
                  <a:pt x="0" y="0"/>
                </a:moveTo>
                <a:lnTo>
                  <a:pt x="2946776" y="0"/>
                </a:lnTo>
                <a:lnTo>
                  <a:pt x="2946776" y="2400283"/>
                </a:lnTo>
                <a:lnTo>
                  <a:pt x="0" y="2400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8153" y="1102519"/>
            <a:ext cx="2098971" cy="2430388"/>
          </a:xfrm>
          <a:custGeom>
            <a:avLst/>
            <a:gdLst/>
            <a:ahLst/>
            <a:cxnLst/>
            <a:rect r="r" b="b" t="t" l="l"/>
            <a:pathLst>
              <a:path h="2430388" w="2098971">
                <a:moveTo>
                  <a:pt x="0" y="0"/>
                </a:moveTo>
                <a:lnTo>
                  <a:pt x="2098971" y="0"/>
                </a:lnTo>
                <a:lnTo>
                  <a:pt x="2098971" y="2430387"/>
                </a:lnTo>
                <a:lnTo>
                  <a:pt x="0" y="24303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0742916" y="135586"/>
            <a:ext cx="3957994"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Đăng ký</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F1E7"/>
        </a:solidFill>
      </p:bgPr>
    </p:bg>
    <p:spTree>
      <p:nvGrpSpPr>
        <p:cNvPr id="1" name=""/>
        <p:cNvGrpSpPr/>
        <p:nvPr/>
      </p:nvGrpSpPr>
      <p:grpSpPr>
        <a:xfrm>
          <a:off x="0" y="0"/>
          <a:ext cx="0" cy="0"/>
          <a:chOff x="0" y="0"/>
          <a:chExt cx="0" cy="0"/>
        </a:xfrm>
      </p:grpSpPr>
      <p:grpSp>
        <p:nvGrpSpPr>
          <p:cNvPr name="Group 2" id="2"/>
          <p:cNvGrpSpPr/>
          <p:nvPr/>
        </p:nvGrpSpPr>
        <p:grpSpPr>
          <a:xfrm rot="0">
            <a:off x="674241" y="1545286"/>
            <a:ext cx="16230600" cy="8229600"/>
            <a:chOff x="0" y="0"/>
            <a:chExt cx="4513182" cy="2288374"/>
          </a:xfrm>
        </p:grpSpPr>
        <p:sp>
          <p:nvSpPr>
            <p:cNvPr name="Freeform 3" id="3"/>
            <p:cNvSpPr/>
            <p:nvPr/>
          </p:nvSpPr>
          <p:spPr>
            <a:xfrm flipH="false" flipV="false" rot="0">
              <a:off x="0" y="0"/>
              <a:ext cx="4513182" cy="2288374"/>
            </a:xfrm>
            <a:custGeom>
              <a:avLst/>
              <a:gdLst/>
              <a:ahLst/>
              <a:cxnLst/>
              <a:rect r="r" b="b" t="t" l="l"/>
              <a:pathLst>
                <a:path h="2288374" w="4513182">
                  <a:moveTo>
                    <a:pt x="24327" y="0"/>
                  </a:moveTo>
                  <a:lnTo>
                    <a:pt x="4488855" y="0"/>
                  </a:lnTo>
                  <a:cubicBezTo>
                    <a:pt x="4502291" y="0"/>
                    <a:pt x="4513182" y="10891"/>
                    <a:pt x="4513182" y="24327"/>
                  </a:cubicBezTo>
                  <a:lnTo>
                    <a:pt x="4513182" y="2264047"/>
                  </a:lnTo>
                  <a:cubicBezTo>
                    <a:pt x="4513182" y="2277483"/>
                    <a:pt x="4502291" y="2288374"/>
                    <a:pt x="4488855" y="2288374"/>
                  </a:cubicBezTo>
                  <a:lnTo>
                    <a:pt x="24327" y="2288374"/>
                  </a:lnTo>
                  <a:cubicBezTo>
                    <a:pt x="10891" y="2288374"/>
                    <a:pt x="0" y="2277483"/>
                    <a:pt x="0" y="2264047"/>
                  </a:cubicBezTo>
                  <a:lnTo>
                    <a:pt x="0" y="24327"/>
                  </a:lnTo>
                  <a:cubicBezTo>
                    <a:pt x="0" y="10891"/>
                    <a:pt x="10891" y="0"/>
                    <a:pt x="24327" y="0"/>
                  </a:cubicBezTo>
                  <a:close/>
                </a:path>
              </a:pathLst>
            </a:custGeom>
            <a:solidFill>
              <a:srgbClr val="EFF1E7"/>
            </a:solidFill>
            <a:ln w="38100" cap="rnd">
              <a:solidFill>
                <a:srgbClr val="000000"/>
              </a:solidFill>
              <a:prstDash val="solid"/>
              <a:round/>
            </a:ln>
          </p:spPr>
        </p:sp>
        <p:sp>
          <p:nvSpPr>
            <p:cNvPr name="TextBox 4" id="4"/>
            <p:cNvSpPr txBox="true"/>
            <p:nvPr/>
          </p:nvSpPr>
          <p:spPr>
            <a:xfrm>
              <a:off x="0" y="-38100"/>
              <a:ext cx="4513182" cy="23264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990692" y="1837600"/>
            <a:ext cx="13597698" cy="7644972"/>
          </a:xfrm>
          <a:custGeom>
            <a:avLst/>
            <a:gdLst/>
            <a:ahLst/>
            <a:cxnLst/>
            <a:rect r="r" b="b" t="t" l="l"/>
            <a:pathLst>
              <a:path h="7644972" w="13597698">
                <a:moveTo>
                  <a:pt x="0" y="0"/>
                </a:moveTo>
                <a:lnTo>
                  <a:pt x="13597699" y="0"/>
                </a:lnTo>
                <a:lnTo>
                  <a:pt x="13597699" y="7644972"/>
                </a:lnTo>
                <a:lnTo>
                  <a:pt x="0" y="7644972"/>
                </a:lnTo>
                <a:lnTo>
                  <a:pt x="0" y="0"/>
                </a:lnTo>
                <a:close/>
              </a:path>
            </a:pathLst>
          </a:custGeom>
          <a:blipFill>
            <a:blip r:embed="rId2"/>
            <a:stretch>
              <a:fillRect l="0" t="0" r="0" b="0"/>
            </a:stretch>
          </a:blipFill>
        </p:spPr>
      </p:sp>
      <p:sp>
        <p:nvSpPr>
          <p:cNvPr name="Freeform 6" id="6"/>
          <p:cNvSpPr/>
          <p:nvPr/>
        </p:nvSpPr>
        <p:spPr>
          <a:xfrm flipH="false" flipV="false" rot="0">
            <a:off x="14598388" y="-573667"/>
            <a:ext cx="1196434" cy="3204734"/>
          </a:xfrm>
          <a:custGeom>
            <a:avLst/>
            <a:gdLst/>
            <a:ahLst/>
            <a:cxnLst/>
            <a:rect r="r" b="b" t="t" l="l"/>
            <a:pathLst>
              <a:path h="3204734" w="1196434">
                <a:moveTo>
                  <a:pt x="0" y="0"/>
                </a:moveTo>
                <a:lnTo>
                  <a:pt x="1196434" y="0"/>
                </a:lnTo>
                <a:lnTo>
                  <a:pt x="1196434" y="3204734"/>
                </a:lnTo>
                <a:lnTo>
                  <a:pt x="0" y="3204734"/>
                </a:lnTo>
                <a:lnTo>
                  <a:pt x="0" y="0"/>
                </a:lnTo>
                <a:close/>
              </a:path>
            </a:pathLst>
          </a:custGeom>
          <a:blipFill>
            <a:blip r:embed="rId3"/>
            <a:stretch>
              <a:fillRect l="0" t="0" r="0" b="0"/>
            </a:stretch>
          </a:blipFill>
        </p:spPr>
      </p:sp>
      <p:sp>
        <p:nvSpPr>
          <p:cNvPr name="Freeform 7" id="7"/>
          <p:cNvSpPr/>
          <p:nvPr/>
        </p:nvSpPr>
        <p:spPr>
          <a:xfrm flipH="false" flipV="false" rot="0">
            <a:off x="14986765" y="8186397"/>
            <a:ext cx="2946776" cy="2400283"/>
          </a:xfrm>
          <a:custGeom>
            <a:avLst/>
            <a:gdLst/>
            <a:ahLst/>
            <a:cxnLst/>
            <a:rect r="r" b="b" t="t" l="l"/>
            <a:pathLst>
              <a:path h="2400283" w="2946776">
                <a:moveTo>
                  <a:pt x="0" y="0"/>
                </a:moveTo>
                <a:lnTo>
                  <a:pt x="2946776" y="0"/>
                </a:lnTo>
                <a:lnTo>
                  <a:pt x="2946776" y="2400283"/>
                </a:lnTo>
                <a:lnTo>
                  <a:pt x="0" y="2400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8153" y="1102519"/>
            <a:ext cx="2098971" cy="2430388"/>
          </a:xfrm>
          <a:custGeom>
            <a:avLst/>
            <a:gdLst/>
            <a:ahLst/>
            <a:cxnLst/>
            <a:rect r="r" b="b" t="t" l="l"/>
            <a:pathLst>
              <a:path h="2430388" w="2098971">
                <a:moveTo>
                  <a:pt x="0" y="0"/>
                </a:moveTo>
                <a:lnTo>
                  <a:pt x="2098971" y="0"/>
                </a:lnTo>
                <a:lnTo>
                  <a:pt x="2098971" y="2430387"/>
                </a:lnTo>
                <a:lnTo>
                  <a:pt x="0" y="24303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0742916" y="135586"/>
            <a:ext cx="3957994"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Đăng ký</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FF1E7"/>
        </a:solidFill>
      </p:bgPr>
    </p:bg>
    <p:spTree>
      <p:nvGrpSpPr>
        <p:cNvPr id="1" name=""/>
        <p:cNvGrpSpPr/>
        <p:nvPr/>
      </p:nvGrpSpPr>
      <p:grpSpPr>
        <a:xfrm>
          <a:off x="0" y="0"/>
          <a:ext cx="0" cy="0"/>
          <a:chOff x="0" y="0"/>
          <a:chExt cx="0" cy="0"/>
        </a:xfrm>
      </p:grpSpPr>
      <p:grpSp>
        <p:nvGrpSpPr>
          <p:cNvPr name="Group 2" id="2"/>
          <p:cNvGrpSpPr/>
          <p:nvPr/>
        </p:nvGrpSpPr>
        <p:grpSpPr>
          <a:xfrm rot="0">
            <a:off x="674241" y="1545286"/>
            <a:ext cx="16230600" cy="8229600"/>
            <a:chOff x="0" y="0"/>
            <a:chExt cx="4513182" cy="2288374"/>
          </a:xfrm>
        </p:grpSpPr>
        <p:sp>
          <p:nvSpPr>
            <p:cNvPr name="Freeform 3" id="3"/>
            <p:cNvSpPr/>
            <p:nvPr/>
          </p:nvSpPr>
          <p:spPr>
            <a:xfrm flipH="false" flipV="false" rot="0">
              <a:off x="0" y="0"/>
              <a:ext cx="4513182" cy="2288374"/>
            </a:xfrm>
            <a:custGeom>
              <a:avLst/>
              <a:gdLst/>
              <a:ahLst/>
              <a:cxnLst/>
              <a:rect r="r" b="b" t="t" l="l"/>
              <a:pathLst>
                <a:path h="2288374" w="4513182">
                  <a:moveTo>
                    <a:pt x="24327" y="0"/>
                  </a:moveTo>
                  <a:lnTo>
                    <a:pt x="4488855" y="0"/>
                  </a:lnTo>
                  <a:cubicBezTo>
                    <a:pt x="4502291" y="0"/>
                    <a:pt x="4513182" y="10891"/>
                    <a:pt x="4513182" y="24327"/>
                  </a:cubicBezTo>
                  <a:lnTo>
                    <a:pt x="4513182" y="2264047"/>
                  </a:lnTo>
                  <a:cubicBezTo>
                    <a:pt x="4513182" y="2277483"/>
                    <a:pt x="4502291" y="2288374"/>
                    <a:pt x="4488855" y="2288374"/>
                  </a:cubicBezTo>
                  <a:lnTo>
                    <a:pt x="24327" y="2288374"/>
                  </a:lnTo>
                  <a:cubicBezTo>
                    <a:pt x="10891" y="2288374"/>
                    <a:pt x="0" y="2277483"/>
                    <a:pt x="0" y="2264047"/>
                  </a:cubicBezTo>
                  <a:lnTo>
                    <a:pt x="0" y="24327"/>
                  </a:lnTo>
                  <a:cubicBezTo>
                    <a:pt x="0" y="10891"/>
                    <a:pt x="10891" y="0"/>
                    <a:pt x="24327" y="0"/>
                  </a:cubicBezTo>
                  <a:close/>
                </a:path>
              </a:pathLst>
            </a:custGeom>
            <a:solidFill>
              <a:srgbClr val="EFF1E7"/>
            </a:solidFill>
            <a:ln w="38100" cap="rnd">
              <a:solidFill>
                <a:srgbClr val="000000"/>
              </a:solidFill>
              <a:prstDash val="solid"/>
              <a:round/>
            </a:ln>
          </p:spPr>
        </p:sp>
        <p:sp>
          <p:nvSpPr>
            <p:cNvPr name="TextBox 4" id="4"/>
            <p:cNvSpPr txBox="true"/>
            <p:nvPr/>
          </p:nvSpPr>
          <p:spPr>
            <a:xfrm>
              <a:off x="0" y="-38100"/>
              <a:ext cx="4513182" cy="23264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9758" y="1928590"/>
            <a:ext cx="14087294" cy="7462992"/>
          </a:xfrm>
          <a:custGeom>
            <a:avLst/>
            <a:gdLst/>
            <a:ahLst/>
            <a:cxnLst/>
            <a:rect r="r" b="b" t="t" l="l"/>
            <a:pathLst>
              <a:path h="7462992" w="14087294">
                <a:moveTo>
                  <a:pt x="0" y="0"/>
                </a:moveTo>
                <a:lnTo>
                  <a:pt x="14087294" y="0"/>
                </a:lnTo>
                <a:lnTo>
                  <a:pt x="14087294" y="7462992"/>
                </a:lnTo>
                <a:lnTo>
                  <a:pt x="0" y="7462992"/>
                </a:lnTo>
                <a:lnTo>
                  <a:pt x="0" y="0"/>
                </a:lnTo>
                <a:close/>
              </a:path>
            </a:pathLst>
          </a:custGeom>
          <a:blipFill>
            <a:blip r:embed="rId2"/>
            <a:stretch>
              <a:fillRect l="0" t="-8517" r="0" b="-8517"/>
            </a:stretch>
          </a:blipFill>
        </p:spPr>
      </p:sp>
      <p:sp>
        <p:nvSpPr>
          <p:cNvPr name="Freeform 6" id="6"/>
          <p:cNvSpPr/>
          <p:nvPr/>
        </p:nvSpPr>
        <p:spPr>
          <a:xfrm flipH="false" flipV="false" rot="0">
            <a:off x="14598388" y="-573667"/>
            <a:ext cx="1196434" cy="3204734"/>
          </a:xfrm>
          <a:custGeom>
            <a:avLst/>
            <a:gdLst/>
            <a:ahLst/>
            <a:cxnLst/>
            <a:rect r="r" b="b" t="t" l="l"/>
            <a:pathLst>
              <a:path h="3204734" w="1196434">
                <a:moveTo>
                  <a:pt x="0" y="0"/>
                </a:moveTo>
                <a:lnTo>
                  <a:pt x="1196434" y="0"/>
                </a:lnTo>
                <a:lnTo>
                  <a:pt x="1196434" y="3204734"/>
                </a:lnTo>
                <a:lnTo>
                  <a:pt x="0" y="3204734"/>
                </a:lnTo>
                <a:lnTo>
                  <a:pt x="0" y="0"/>
                </a:lnTo>
                <a:close/>
              </a:path>
            </a:pathLst>
          </a:custGeom>
          <a:blipFill>
            <a:blip r:embed="rId3"/>
            <a:stretch>
              <a:fillRect l="0" t="0" r="0" b="0"/>
            </a:stretch>
          </a:blipFill>
        </p:spPr>
      </p:sp>
      <p:sp>
        <p:nvSpPr>
          <p:cNvPr name="Freeform 7" id="7"/>
          <p:cNvSpPr/>
          <p:nvPr/>
        </p:nvSpPr>
        <p:spPr>
          <a:xfrm flipH="false" flipV="false" rot="0">
            <a:off x="14986765" y="8186397"/>
            <a:ext cx="2946776" cy="2400283"/>
          </a:xfrm>
          <a:custGeom>
            <a:avLst/>
            <a:gdLst/>
            <a:ahLst/>
            <a:cxnLst/>
            <a:rect r="r" b="b" t="t" l="l"/>
            <a:pathLst>
              <a:path h="2400283" w="2946776">
                <a:moveTo>
                  <a:pt x="0" y="0"/>
                </a:moveTo>
                <a:lnTo>
                  <a:pt x="2946776" y="0"/>
                </a:lnTo>
                <a:lnTo>
                  <a:pt x="2946776" y="2400283"/>
                </a:lnTo>
                <a:lnTo>
                  <a:pt x="0" y="2400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8153" y="1102519"/>
            <a:ext cx="2098971" cy="2430388"/>
          </a:xfrm>
          <a:custGeom>
            <a:avLst/>
            <a:gdLst/>
            <a:ahLst/>
            <a:cxnLst/>
            <a:rect r="r" b="b" t="t" l="l"/>
            <a:pathLst>
              <a:path h="2430388" w="2098971">
                <a:moveTo>
                  <a:pt x="0" y="0"/>
                </a:moveTo>
                <a:lnTo>
                  <a:pt x="2098971" y="0"/>
                </a:lnTo>
                <a:lnTo>
                  <a:pt x="2098971" y="2430387"/>
                </a:lnTo>
                <a:lnTo>
                  <a:pt x="0" y="24303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0076520" y="154636"/>
            <a:ext cx="4406530"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Trang chu</a:t>
            </a:r>
          </a:p>
        </p:txBody>
      </p:sp>
      <p:sp>
        <p:nvSpPr>
          <p:cNvPr name="TextBox 10" id="10"/>
          <p:cNvSpPr txBox="true"/>
          <p:nvPr/>
        </p:nvSpPr>
        <p:spPr>
          <a:xfrm rot="0">
            <a:off x="14403072" y="154636"/>
            <a:ext cx="4406530"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FF1E7"/>
        </a:solidFill>
      </p:bgPr>
    </p:bg>
    <p:spTree>
      <p:nvGrpSpPr>
        <p:cNvPr id="1" name=""/>
        <p:cNvGrpSpPr/>
        <p:nvPr/>
      </p:nvGrpSpPr>
      <p:grpSpPr>
        <a:xfrm>
          <a:off x="0" y="0"/>
          <a:ext cx="0" cy="0"/>
          <a:chOff x="0" y="0"/>
          <a:chExt cx="0" cy="0"/>
        </a:xfrm>
      </p:grpSpPr>
      <p:grpSp>
        <p:nvGrpSpPr>
          <p:cNvPr name="Group 2" id="2"/>
          <p:cNvGrpSpPr/>
          <p:nvPr/>
        </p:nvGrpSpPr>
        <p:grpSpPr>
          <a:xfrm rot="0">
            <a:off x="674241" y="1545286"/>
            <a:ext cx="16230600" cy="8229600"/>
            <a:chOff x="0" y="0"/>
            <a:chExt cx="4513182" cy="2288374"/>
          </a:xfrm>
        </p:grpSpPr>
        <p:sp>
          <p:nvSpPr>
            <p:cNvPr name="Freeform 3" id="3"/>
            <p:cNvSpPr/>
            <p:nvPr/>
          </p:nvSpPr>
          <p:spPr>
            <a:xfrm flipH="false" flipV="false" rot="0">
              <a:off x="0" y="0"/>
              <a:ext cx="4513182" cy="2288374"/>
            </a:xfrm>
            <a:custGeom>
              <a:avLst/>
              <a:gdLst/>
              <a:ahLst/>
              <a:cxnLst/>
              <a:rect r="r" b="b" t="t" l="l"/>
              <a:pathLst>
                <a:path h="2288374" w="4513182">
                  <a:moveTo>
                    <a:pt x="24327" y="0"/>
                  </a:moveTo>
                  <a:lnTo>
                    <a:pt x="4488855" y="0"/>
                  </a:lnTo>
                  <a:cubicBezTo>
                    <a:pt x="4502291" y="0"/>
                    <a:pt x="4513182" y="10891"/>
                    <a:pt x="4513182" y="24327"/>
                  </a:cubicBezTo>
                  <a:lnTo>
                    <a:pt x="4513182" y="2264047"/>
                  </a:lnTo>
                  <a:cubicBezTo>
                    <a:pt x="4513182" y="2277483"/>
                    <a:pt x="4502291" y="2288374"/>
                    <a:pt x="4488855" y="2288374"/>
                  </a:cubicBezTo>
                  <a:lnTo>
                    <a:pt x="24327" y="2288374"/>
                  </a:lnTo>
                  <a:cubicBezTo>
                    <a:pt x="10891" y="2288374"/>
                    <a:pt x="0" y="2277483"/>
                    <a:pt x="0" y="2264047"/>
                  </a:cubicBezTo>
                  <a:lnTo>
                    <a:pt x="0" y="24327"/>
                  </a:lnTo>
                  <a:cubicBezTo>
                    <a:pt x="0" y="10891"/>
                    <a:pt x="10891" y="0"/>
                    <a:pt x="24327" y="0"/>
                  </a:cubicBezTo>
                  <a:close/>
                </a:path>
              </a:pathLst>
            </a:custGeom>
            <a:solidFill>
              <a:srgbClr val="EFF1E7"/>
            </a:solidFill>
            <a:ln w="38100" cap="rnd">
              <a:solidFill>
                <a:srgbClr val="000000"/>
              </a:solidFill>
              <a:prstDash val="solid"/>
              <a:round/>
            </a:ln>
          </p:spPr>
        </p:sp>
        <p:sp>
          <p:nvSpPr>
            <p:cNvPr name="TextBox 4" id="4"/>
            <p:cNvSpPr txBox="true"/>
            <p:nvPr/>
          </p:nvSpPr>
          <p:spPr>
            <a:xfrm>
              <a:off x="0" y="-38100"/>
              <a:ext cx="4513182" cy="23264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2265061" y="1816965"/>
            <a:ext cx="13048961" cy="7686241"/>
          </a:xfrm>
          <a:custGeom>
            <a:avLst/>
            <a:gdLst/>
            <a:ahLst/>
            <a:cxnLst/>
            <a:rect r="r" b="b" t="t" l="l"/>
            <a:pathLst>
              <a:path h="7686241" w="13048961">
                <a:moveTo>
                  <a:pt x="0" y="0"/>
                </a:moveTo>
                <a:lnTo>
                  <a:pt x="13048961" y="0"/>
                </a:lnTo>
                <a:lnTo>
                  <a:pt x="13048961" y="7686241"/>
                </a:lnTo>
                <a:lnTo>
                  <a:pt x="0" y="7686241"/>
                </a:lnTo>
                <a:lnTo>
                  <a:pt x="0" y="0"/>
                </a:lnTo>
                <a:close/>
              </a:path>
            </a:pathLst>
          </a:custGeom>
          <a:blipFill>
            <a:blip r:embed="rId2"/>
            <a:stretch>
              <a:fillRect l="0" t="0" r="0" b="-6106"/>
            </a:stretch>
          </a:blipFill>
        </p:spPr>
      </p:sp>
      <p:sp>
        <p:nvSpPr>
          <p:cNvPr name="Freeform 6" id="6"/>
          <p:cNvSpPr/>
          <p:nvPr/>
        </p:nvSpPr>
        <p:spPr>
          <a:xfrm flipH="false" flipV="false" rot="0">
            <a:off x="14598388" y="-573667"/>
            <a:ext cx="1196434" cy="3204734"/>
          </a:xfrm>
          <a:custGeom>
            <a:avLst/>
            <a:gdLst/>
            <a:ahLst/>
            <a:cxnLst/>
            <a:rect r="r" b="b" t="t" l="l"/>
            <a:pathLst>
              <a:path h="3204734" w="1196434">
                <a:moveTo>
                  <a:pt x="0" y="0"/>
                </a:moveTo>
                <a:lnTo>
                  <a:pt x="1196434" y="0"/>
                </a:lnTo>
                <a:lnTo>
                  <a:pt x="1196434" y="3204734"/>
                </a:lnTo>
                <a:lnTo>
                  <a:pt x="0" y="3204734"/>
                </a:lnTo>
                <a:lnTo>
                  <a:pt x="0" y="0"/>
                </a:lnTo>
                <a:close/>
              </a:path>
            </a:pathLst>
          </a:custGeom>
          <a:blipFill>
            <a:blip r:embed="rId3"/>
            <a:stretch>
              <a:fillRect l="0" t="0" r="0" b="0"/>
            </a:stretch>
          </a:blipFill>
        </p:spPr>
      </p:sp>
      <p:sp>
        <p:nvSpPr>
          <p:cNvPr name="Freeform 7" id="7"/>
          <p:cNvSpPr/>
          <p:nvPr/>
        </p:nvSpPr>
        <p:spPr>
          <a:xfrm flipH="false" flipV="false" rot="0">
            <a:off x="14986765" y="8186397"/>
            <a:ext cx="2946776" cy="2400283"/>
          </a:xfrm>
          <a:custGeom>
            <a:avLst/>
            <a:gdLst/>
            <a:ahLst/>
            <a:cxnLst/>
            <a:rect r="r" b="b" t="t" l="l"/>
            <a:pathLst>
              <a:path h="2400283" w="2946776">
                <a:moveTo>
                  <a:pt x="0" y="0"/>
                </a:moveTo>
                <a:lnTo>
                  <a:pt x="2946776" y="0"/>
                </a:lnTo>
                <a:lnTo>
                  <a:pt x="2946776" y="2400283"/>
                </a:lnTo>
                <a:lnTo>
                  <a:pt x="0" y="2400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8153" y="1102519"/>
            <a:ext cx="2098971" cy="2430388"/>
          </a:xfrm>
          <a:custGeom>
            <a:avLst/>
            <a:gdLst/>
            <a:ahLst/>
            <a:cxnLst/>
            <a:rect r="r" b="b" t="t" l="l"/>
            <a:pathLst>
              <a:path h="2430388" w="2098971">
                <a:moveTo>
                  <a:pt x="0" y="0"/>
                </a:moveTo>
                <a:lnTo>
                  <a:pt x="2098971" y="0"/>
                </a:lnTo>
                <a:lnTo>
                  <a:pt x="2098971" y="2430387"/>
                </a:lnTo>
                <a:lnTo>
                  <a:pt x="0" y="24303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0841028" y="114275"/>
            <a:ext cx="4406530"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Chon ve</a:t>
            </a:r>
          </a:p>
        </p:txBody>
      </p:sp>
      <p:sp>
        <p:nvSpPr>
          <p:cNvPr name="TextBox 10" id="10"/>
          <p:cNvSpPr txBox="true"/>
          <p:nvPr/>
        </p:nvSpPr>
        <p:spPr>
          <a:xfrm rot="0">
            <a:off x="12480848" y="-19050"/>
            <a:ext cx="4406530" cy="1523975"/>
          </a:xfrm>
          <a:prstGeom prst="rect">
            <a:avLst/>
          </a:prstGeom>
        </p:spPr>
        <p:txBody>
          <a:bodyPr anchor="t" rtlCol="false" tIns="0" lIns="0" bIns="0" rIns="0">
            <a:spAutoFit/>
          </a:bodyPr>
          <a:lstStyle/>
          <a:p>
            <a:pPr algn="l">
              <a:lnSpc>
                <a:spcPts val="11999"/>
              </a:lnSpc>
              <a:spcBef>
                <a:spcPct val="0"/>
              </a:spcBef>
            </a:pPr>
            <a:r>
              <a:rPr lang="en-US" sz="9999">
                <a:solidFill>
                  <a:srgbClr val="004AAD"/>
                </a:solidFill>
                <a:latin typeface="Krabuler"/>
              </a:rPr>
              <a:t>̣</a:t>
            </a:r>
          </a:p>
        </p:txBody>
      </p:sp>
      <p:sp>
        <p:nvSpPr>
          <p:cNvPr name="TextBox 11" id="11"/>
          <p:cNvSpPr txBox="true"/>
          <p:nvPr/>
        </p:nvSpPr>
        <p:spPr>
          <a:xfrm rot="1397594">
            <a:off x="13875265" y="1068816"/>
            <a:ext cx="4406530" cy="1228700"/>
          </a:xfrm>
          <a:prstGeom prst="rect">
            <a:avLst/>
          </a:prstGeom>
        </p:spPr>
        <p:txBody>
          <a:bodyPr anchor="t" rtlCol="false" tIns="0" lIns="0" bIns="0" rIns="0">
            <a:spAutoFit/>
          </a:bodyPr>
          <a:lstStyle/>
          <a:p>
            <a:pPr algn="l">
              <a:lnSpc>
                <a:spcPts val="9720"/>
              </a:lnSpc>
              <a:spcBef>
                <a:spcPct val="0"/>
              </a:spcBef>
            </a:pPr>
            <a:r>
              <a:rPr lang="en-US" sz="8100">
                <a:solidFill>
                  <a:srgbClr val="004AAD"/>
                </a:solidFill>
                <a:latin typeface="Krabuler"/>
              </a:rPr>
              <a: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FF1E7"/>
        </a:solidFill>
      </p:bgPr>
    </p:bg>
    <p:spTree>
      <p:nvGrpSpPr>
        <p:cNvPr id="1" name=""/>
        <p:cNvGrpSpPr/>
        <p:nvPr/>
      </p:nvGrpSpPr>
      <p:grpSpPr>
        <a:xfrm>
          <a:off x="0" y="0"/>
          <a:ext cx="0" cy="0"/>
          <a:chOff x="0" y="0"/>
          <a:chExt cx="0" cy="0"/>
        </a:xfrm>
      </p:grpSpPr>
      <p:grpSp>
        <p:nvGrpSpPr>
          <p:cNvPr name="Group 2" id="2"/>
          <p:cNvGrpSpPr/>
          <p:nvPr/>
        </p:nvGrpSpPr>
        <p:grpSpPr>
          <a:xfrm rot="0">
            <a:off x="674241" y="1545286"/>
            <a:ext cx="16230600" cy="8229600"/>
            <a:chOff x="0" y="0"/>
            <a:chExt cx="4513182" cy="2288374"/>
          </a:xfrm>
        </p:grpSpPr>
        <p:sp>
          <p:nvSpPr>
            <p:cNvPr name="Freeform 3" id="3"/>
            <p:cNvSpPr/>
            <p:nvPr/>
          </p:nvSpPr>
          <p:spPr>
            <a:xfrm flipH="false" flipV="false" rot="0">
              <a:off x="0" y="0"/>
              <a:ext cx="4513182" cy="2288374"/>
            </a:xfrm>
            <a:custGeom>
              <a:avLst/>
              <a:gdLst/>
              <a:ahLst/>
              <a:cxnLst/>
              <a:rect r="r" b="b" t="t" l="l"/>
              <a:pathLst>
                <a:path h="2288374" w="4513182">
                  <a:moveTo>
                    <a:pt x="24327" y="0"/>
                  </a:moveTo>
                  <a:lnTo>
                    <a:pt x="4488855" y="0"/>
                  </a:lnTo>
                  <a:cubicBezTo>
                    <a:pt x="4502291" y="0"/>
                    <a:pt x="4513182" y="10891"/>
                    <a:pt x="4513182" y="24327"/>
                  </a:cubicBezTo>
                  <a:lnTo>
                    <a:pt x="4513182" y="2264047"/>
                  </a:lnTo>
                  <a:cubicBezTo>
                    <a:pt x="4513182" y="2277483"/>
                    <a:pt x="4502291" y="2288374"/>
                    <a:pt x="4488855" y="2288374"/>
                  </a:cubicBezTo>
                  <a:lnTo>
                    <a:pt x="24327" y="2288374"/>
                  </a:lnTo>
                  <a:cubicBezTo>
                    <a:pt x="10891" y="2288374"/>
                    <a:pt x="0" y="2277483"/>
                    <a:pt x="0" y="2264047"/>
                  </a:cubicBezTo>
                  <a:lnTo>
                    <a:pt x="0" y="24327"/>
                  </a:lnTo>
                  <a:cubicBezTo>
                    <a:pt x="0" y="10891"/>
                    <a:pt x="10891" y="0"/>
                    <a:pt x="24327" y="0"/>
                  </a:cubicBezTo>
                  <a:close/>
                </a:path>
              </a:pathLst>
            </a:custGeom>
            <a:solidFill>
              <a:srgbClr val="EFF1E7"/>
            </a:solidFill>
            <a:ln w="38100" cap="rnd">
              <a:solidFill>
                <a:srgbClr val="000000"/>
              </a:solidFill>
              <a:prstDash val="solid"/>
              <a:round/>
            </a:ln>
          </p:spPr>
        </p:sp>
        <p:sp>
          <p:nvSpPr>
            <p:cNvPr name="TextBox 4" id="4"/>
            <p:cNvSpPr txBox="true"/>
            <p:nvPr/>
          </p:nvSpPr>
          <p:spPr>
            <a:xfrm>
              <a:off x="0" y="-38100"/>
              <a:ext cx="4513182" cy="23264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894892" y="2022840"/>
            <a:ext cx="13789299" cy="7274491"/>
          </a:xfrm>
          <a:custGeom>
            <a:avLst/>
            <a:gdLst/>
            <a:ahLst/>
            <a:cxnLst/>
            <a:rect r="r" b="b" t="t" l="l"/>
            <a:pathLst>
              <a:path h="7274491" w="13789299">
                <a:moveTo>
                  <a:pt x="0" y="0"/>
                </a:moveTo>
                <a:lnTo>
                  <a:pt x="13789299" y="0"/>
                </a:lnTo>
                <a:lnTo>
                  <a:pt x="13789299" y="7274491"/>
                </a:lnTo>
                <a:lnTo>
                  <a:pt x="0" y="7274491"/>
                </a:lnTo>
                <a:lnTo>
                  <a:pt x="0" y="0"/>
                </a:lnTo>
                <a:close/>
              </a:path>
            </a:pathLst>
          </a:custGeom>
          <a:blipFill>
            <a:blip r:embed="rId2"/>
            <a:stretch>
              <a:fillRect l="0" t="-6597" r="0" b="-11875"/>
            </a:stretch>
          </a:blipFill>
        </p:spPr>
      </p:sp>
      <p:sp>
        <p:nvSpPr>
          <p:cNvPr name="Freeform 6" id="6"/>
          <p:cNvSpPr/>
          <p:nvPr/>
        </p:nvSpPr>
        <p:spPr>
          <a:xfrm flipH="false" flipV="false" rot="0">
            <a:off x="14598388" y="-573667"/>
            <a:ext cx="1196434" cy="3204734"/>
          </a:xfrm>
          <a:custGeom>
            <a:avLst/>
            <a:gdLst/>
            <a:ahLst/>
            <a:cxnLst/>
            <a:rect r="r" b="b" t="t" l="l"/>
            <a:pathLst>
              <a:path h="3204734" w="1196434">
                <a:moveTo>
                  <a:pt x="0" y="0"/>
                </a:moveTo>
                <a:lnTo>
                  <a:pt x="1196434" y="0"/>
                </a:lnTo>
                <a:lnTo>
                  <a:pt x="1196434" y="3204734"/>
                </a:lnTo>
                <a:lnTo>
                  <a:pt x="0" y="3204734"/>
                </a:lnTo>
                <a:lnTo>
                  <a:pt x="0" y="0"/>
                </a:lnTo>
                <a:close/>
              </a:path>
            </a:pathLst>
          </a:custGeom>
          <a:blipFill>
            <a:blip r:embed="rId3"/>
            <a:stretch>
              <a:fillRect l="0" t="0" r="0" b="0"/>
            </a:stretch>
          </a:blipFill>
        </p:spPr>
      </p:sp>
      <p:sp>
        <p:nvSpPr>
          <p:cNvPr name="Freeform 7" id="7"/>
          <p:cNvSpPr/>
          <p:nvPr/>
        </p:nvSpPr>
        <p:spPr>
          <a:xfrm flipH="false" flipV="false" rot="0">
            <a:off x="14986765" y="8186397"/>
            <a:ext cx="2946776" cy="2400283"/>
          </a:xfrm>
          <a:custGeom>
            <a:avLst/>
            <a:gdLst/>
            <a:ahLst/>
            <a:cxnLst/>
            <a:rect r="r" b="b" t="t" l="l"/>
            <a:pathLst>
              <a:path h="2400283" w="2946776">
                <a:moveTo>
                  <a:pt x="0" y="0"/>
                </a:moveTo>
                <a:lnTo>
                  <a:pt x="2946776" y="0"/>
                </a:lnTo>
                <a:lnTo>
                  <a:pt x="2946776" y="2400283"/>
                </a:lnTo>
                <a:lnTo>
                  <a:pt x="0" y="2400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8153" y="1102519"/>
            <a:ext cx="2098971" cy="2430388"/>
          </a:xfrm>
          <a:custGeom>
            <a:avLst/>
            <a:gdLst/>
            <a:ahLst/>
            <a:cxnLst/>
            <a:rect r="r" b="b" t="t" l="l"/>
            <a:pathLst>
              <a:path h="2430388" w="2098971">
                <a:moveTo>
                  <a:pt x="0" y="0"/>
                </a:moveTo>
                <a:lnTo>
                  <a:pt x="2098971" y="0"/>
                </a:lnTo>
                <a:lnTo>
                  <a:pt x="2098971" y="2430387"/>
                </a:lnTo>
                <a:lnTo>
                  <a:pt x="0" y="24303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8380490" y="114275"/>
            <a:ext cx="6867067"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Điền thông tin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FF1E7"/>
        </a:solidFill>
      </p:bgPr>
    </p:bg>
    <p:spTree>
      <p:nvGrpSpPr>
        <p:cNvPr id="1" name=""/>
        <p:cNvGrpSpPr/>
        <p:nvPr/>
      </p:nvGrpSpPr>
      <p:grpSpPr>
        <a:xfrm>
          <a:off x="0" y="0"/>
          <a:ext cx="0" cy="0"/>
          <a:chOff x="0" y="0"/>
          <a:chExt cx="0" cy="0"/>
        </a:xfrm>
      </p:grpSpPr>
      <p:grpSp>
        <p:nvGrpSpPr>
          <p:cNvPr name="Group 2" id="2"/>
          <p:cNvGrpSpPr/>
          <p:nvPr/>
        </p:nvGrpSpPr>
        <p:grpSpPr>
          <a:xfrm rot="0">
            <a:off x="674241" y="1545286"/>
            <a:ext cx="16230600" cy="8229600"/>
            <a:chOff x="0" y="0"/>
            <a:chExt cx="4513182" cy="2288374"/>
          </a:xfrm>
        </p:grpSpPr>
        <p:sp>
          <p:nvSpPr>
            <p:cNvPr name="Freeform 3" id="3"/>
            <p:cNvSpPr/>
            <p:nvPr/>
          </p:nvSpPr>
          <p:spPr>
            <a:xfrm flipH="false" flipV="false" rot="0">
              <a:off x="0" y="0"/>
              <a:ext cx="4513182" cy="2288374"/>
            </a:xfrm>
            <a:custGeom>
              <a:avLst/>
              <a:gdLst/>
              <a:ahLst/>
              <a:cxnLst/>
              <a:rect r="r" b="b" t="t" l="l"/>
              <a:pathLst>
                <a:path h="2288374" w="4513182">
                  <a:moveTo>
                    <a:pt x="24327" y="0"/>
                  </a:moveTo>
                  <a:lnTo>
                    <a:pt x="4488855" y="0"/>
                  </a:lnTo>
                  <a:cubicBezTo>
                    <a:pt x="4502291" y="0"/>
                    <a:pt x="4513182" y="10891"/>
                    <a:pt x="4513182" y="24327"/>
                  </a:cubicBezTo>
                  <a:lnTo>
                    <a:pt x="4513182" y="2264047"/>
                  </a:lnTo>
                  <a:cubicBezTo>
                    <a:pt x="4513182" y="2277483"/>
                    <a:pt x="4502291" y="2288374"/>
                    <a:pt x="4488855" y="2288374"/>
                  </a:cubicBezTo>
                  <a:lnTo>
                    <a:pt x="24327" y="2288374"/>
                  </a:lnTo>
                  <a:cubicBezTo>
                    <a:pt x="10891" y="2288374"/>
                    <a:pt x="0" y="2277483"/>
                    <a:pt x="0" y="2264047"/>
                  </a:cubicBezTo>
                  <a:lnTo>
                    <a:pt x="0" y="24327"/>
                  </a:lnTo>
                  <a:cubicBezTo>
                    <a:pt x="0" y="10891"/>
                    <a:pt x="10891" y="0"/>
                    <a:pt x="24327" y="0"/>
                  </a:cubicBezTo>
                  <a:close/>
                </a:path>
              </a:pathLst>
            </a:custGeom>
            <a:solidFill>
              <a:srgbClr val="EFF1E7"/>
            </a:solidFill>
            <a:ln w="38100" cap="rnd">
              <a:solidFill>
                <a:srgbClr val="000000"/>
              </a:solidFill>
              <a:prstDash val="solid"/>
              <a:round/>
            </a:ln>
          </p:spPr>
        </p:sp>
        <p:sp>
          <p:nvSpPr>
            <p:cNvPr name="TextBox 4" id="4"/>
            <p:cNvSpPr txBox="true"/>
            <p:nvPr/>
          </p:nvSpPr>
          <p:spPr>
            <a:xfrm>
              <a:off x="0" y="-38100"/>
              <a:ext cx="4513182" cy="23264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988603" y="1986256"/>
            <a:ext cx="13601876" cy="7347660"/>
          </a:xfrm>
          <a:custGeom>
            <a:avLst/>
            <a:gdLst/>
            <a:ahLst/>
            <a:cxnLst/>
            <a:rect r="r" b="b" t="t" l="l"/>
            <a:pathLst>
              <a:path h="7347660" w="13601876">
                <a:moveTo>
                  <a:pt x="0" y="0"/>
                </a:moveTo>
                <a:lnTo>
                  <a:pt x="13601877" y="0"/>
                </a:lnTo>
                <a:lnTo>
                  <a:pt x="13601877" y="7347660"/>
                </a:lnTo>
                <a:lnTo>
                  <a:pt x="0" y="7347660"/>
                </a:lnTo>
                <a:lnTo>
                  <a:pt x="0" y="0"/>
                </a:lnTo>
                <a:close/>
              </a:path>
            </a:pathLst>
          </a:custGeom>
          <a:blipFill>
            <a:blip r:embed="rId2"/>
            <a:stretch>
              <a:fillRect l="0" t="-5303" r="0" b="-10395"/>
            </a:stretch>
          </a:blipFill>
        </p:spPr>
      </p:sp>
      <p:sp>
        <p:nvSpPr>
          <p:cNvPr name="Freeform 6" id="6"/>
          <p:cNvSpPr/>
          <p:nvPr/>
        </p:nvSpPr>
        <p:spPr>
          <a:xfrm flipH="false" flipV="false" rot="0">
            <a:off x="14598388" y="-573667"/>
            <a:ext cx="1196434" cy="3204734"/>
          </a:xfrm>
          <a:custGeom>
            <a:avLst/>
            <a:gdLst/>
            <a:ahLst/>
            <a:cxnLst/>
            <a:rect r="r" b="b" t="t" l="l"/>
            <a:pathLst>
              <a:path h="3204734" w="1196434">
                <a:moveTo>
                  <a:pt x="0" y="0"/>
                </a:moveTo>
                <a:lnTo>
                  <a:pt x="1196434" y="0"/>
                </a:lnTo>
                <a:lnTo>
                  <a:pt x="1196434" y="3204734"/>
                </a:lnTo>
                <a:lnTo>
                  <a:pt x="0" y="3204734"/>
                </a:lnTo>
                <a:lnTo>
                  <a:pt x="0" y="0"/>
                </a:lnTo>
                <a:close/>
              </a:path>
            </a:pathLst>
          </a:custGeom>
          <a:blipFill>
            <a:blip r:embed="rId3"/>
            <a:stretch>
              <a:fillRect l="0" t="0" r="0" b="0"/>
            </a:stretch>
          </a:blipFill>
        </p:spPr>
      </p:sp>
      <p:sp>
        <p:nvSpPr>
          <p:cNvPr name="Freeform 7" id="7"/>
          <p:cNvSpPr/>
          <p:nvPr/>
        </p:nvSpPr>
        <p:spPr>
          <a:xfrm flipH="false" flipV="false" rot="0">
            <a:off x="14986765" y="8186397"/>
            <a:ext cx="2946776" cy="2400283"/>
          </a:xfrm>
          <a:custGeom>
            <a:avLst/>
            <a:gdLst/>
            <a:ahLst/>
            <a:cxnLst/>
            <a:rect r="r" b="b" t="t" l="l"/>
            <a:pathLst>
              <a:path h="2400283" w="2946776">
                <a:moveTo>
                  <a:pt x="0" y="0"/>
                </a:moveTo>
                <a:lnTo>
                  <a:pt x="2946776" y="0"/>
                </a:lnTo>
                <a:lnTo>
                  <a:pt x="2946776" y="2400283"/>
                </a:lnTo>
                <a:lnTo>
                  <a:pt x="0" y="2400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8153" y="1102519"/>
            <a:ext cx="2098971" cy="2430388"/>
          </a:xfrm>
          <a:custGeom>
            <a:avLst/>
            <a:gdLst/>
            <a:ahLst/>
            <a:cxnLst/>
            <a:rect r="r" b="b" t="t" l="l"/>
            <a:pathLst>
              <a:path h="2430388" w="2098971">
                <a:moveTo>
                  <a:pt x="0" y="0"/>
                </a:moveTo>
                <a:lnTo>
                  <a:pt x="2098971" y="0"/>
                </a:lnTo>
                <a:lnTo>
                  <a:pt x="2098971" y="2430387"/>
                </a:lnTo>
                <a:lnTo>
                  <a:pt x="0" y="24303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9700466" y="114275"/>
            <a:ext cx="5547092"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Thanh toán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FF1E7"/>
        </a:solidFill>
      </p:bgPr>
    </p:bg>
    <p:spTree>
      <p:nvGrpSpPr>
        <p:cNvPr id="1" name=""/>
        <p:cNvGrpSpPr/>
        <p:nvPr/>
      </p:nvGrpSpPr>
      <p:grpSpPr>
        <a:xfrm>
          <a:off x="0" y="0"/>
          <a:ext cx="0" cy="0"/>
          <a:chOff x="0" y="0"/>
          <a:chExt cx="0" cy="0"/>
        </a:xfrm>
      </p:grpSpPr>
      <p:grpSp>
        <p:nvGrpSpPr>
          <p:cNvPr name="Group 2" id="2"/>
          <p:cNvGrpSpPr/>
          <p:nvPr/>
        </p:nvGrpSpPr>
        <p:grpSpPr>
          <a:xfrm rot="0">
            <a:off x="674241" y="1545286"/>
            <a:ext cx="16230600" cy="8229600"/>
            <a:chOff x="0" y="0"/>
            <a:chExt cx="4513182" cy="2288374"/>
          </a:xfrm>
        </p:grpSpPr>
        <p:sp>
          <p:nvSpPr>
            <p:cNvPr name="Freeform 3" id="3"/>
            <p:cNvSpPr/>
            <p:nvPr/>
          </p:nvSpPr>
          <p:spPr>
            <a:xfrm flipH="false" flipV="false" rot="0">
              <a:off x="0" y="0"/>
              <a:ext cx="4513182" cy="2288374"/>
            </a:xfrm>
            <a:custGeom>
              <a:avLst/>
              <a:gdLst/>
              <a:ahLst/>
              <a:cxnLst/>
              <a:rect r="r" b="b" t="t" l="l"/>
              <a:pathLst>
                <a:path h="2288374" w="4513182">
                  <a:moveTo>
                    <a:pt x="24327" y="0"/>
                  </a:moveTo>
                  <a:lnTo>
                    <a:pt x="4488855" y="0"/>
                  </a:lnTo>
                  <a:cubicBezTo>
                    <a:pt x="4502291" y="0"/>
                    <a:pt x="4513182" y="10891"/>
                    <a:pt x="4513182" y="24327"/>
                  </a:cubicBezTo>
                  <a:lnTo>
                    <a:pt x="4513182" y="2264047"/>
                  </a:lnTo>
                  <a:cubicBezTo>
                    <a:pt x="4513182" y="2277483"/>
                    <a:pt x="4502291" y="2288374"/>
                    <a:pt x="4488855" y="2288374"/>
                  </a:cubicBezTo>
                  <a:lnTo>
                    <a:pt x="24327" y="2288374"/>
                  </a:lnTo>
                  <a:cubicBezTo>
                    <a:pt x="10891" y="2288374"/>
                    <a:pt x="0" y="2277483"/>
                    <a:pt x="0" y="2264047"/>
                  </a:cubicBezTo>
                  <a:lnTo>
                    <a:pt x="0" y="24327"/>
                  </a:lnTo>
                  <a:cubicBezTo>
                    <a:pt x="0" y="10891"/>
                    <a:pt x="10891" y="0"/>
                    <a:pt x="24327" y="0"/>
                  </a:cubicBezTo>
                  <a:close/>
                </a:path>
              </a:pathLst>
            </a:custGeom>
            <a:solidFill>
              <a:srgbClr val="EFF1E7"/>
            </a:solidFill>
            <a:ln w="38100" cap="rnd">
              <a:solidFill>
                <a:srgbClr val="000000"/>
              </a:solidFill>
              <a:prstDash val="solid"/>
              <a:round/>
            </a:ln>
          </p:spPr>
        </p:sp>
        <p:sp>
          <p:nvSpPr>
            <p:cNvPr name="TextBox 4" id="4"/>
            <p:cNvSpPr txBox="true"/>
            <p:nvPr/>
          </p:nvSpPr>
          <p:spPr>
            <a:xfrm>
              <a:off x="0" y="-38100"/>
              <a:ext cx="4513182" cy="23264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71473" y="2053262"/>
            <a:ext cx="14636138" cy="7213647"/>
          </a:xfrm>
          <a:custGeom>
            <a:avLst/>
            <a:gdLst/>
            <a:ahLst/>
            <a:cxnLst/>
            <a:rect r="r" b="b" t="t" l="l"/>
            <a:pathLst>
              <a:path h="7213647" w="14636138">
                <a:moveTo>
                  <a:pt x="0" y="0"/>
                </a:moveTo>
                <a:lnTo>
                  <a:pt x="14636137" y="0"/>
                </a:lnTo>
                <a:lnTo>
                  <a:pt x="14636137" y="7213647"/>
                </a:lnTo>
                <a:lnTo>
                  <a:pt x="0" y="7213647"/>
                </a:lnTo>
                <a:lnTo>
                  <a:pt x="0" y="0"/>
                </a:lnTo>
                <a:close/>
              </a:path>
            </a:pathLst>
          </a:custGeom>
          <a:blipFill>
            <a:blip r:embed="rId2"/>
            <a:stretch>
              <a:fillRect l="0" t="-11617" r="0" b="-15192"/>
            </a:stretch>
          </a:blipFill>
        </p:spPr>
      </p:sp>
      <p:sp>
        <p:nvSpPr>
          <p:cNvPr name="Freeform 6" id="6"/>
          <p:cNvSpPr/>
          <p:nvPr/>
        </p:nvSpPr>
        <p:spPr>
          <a:xfrm flipH="false" flipV="false" rot="0">
            <a:off x="14598388" y="-573667"/>
            <a:ext cx="1196434" cy="3204734"/>
          </a:xfrm>
          <a:custGeom>
            <a:avLst/>
            <a:gdLst/>
            <a:ahLst/>
            <a:cxnLst/>
            <a:rect r="r" b="b" t="t" l="l"/>
            <a:pathLst>
              <a:path h="3204734" w="1196434">
                <a:moveTo>
                  <a:pt x="0" y="0"/>
                </a:moveTo>
                <a:lnTo>
                  <a:pt x="1196434" y="0"/>
                </a:lnTo>
                <a:lnTo>
                  <a:pt x="1196434" y="3204734"/>
                </a:lnTo>
                <a:lnTo>
                  <a:pt x="0" y="3204734"/>
                </a:lnTo>
                <a:lnTo>
                  <a:pt x="0" y="0"/>
                </a:lnTo>
                <a:close/>
              </a:path>
            </a:pathLst>
          </a:custGeom>
          <a:blipFill>
            <a:blip r:embed="rId3"/>
            <a:stretch>
              <a:fillRect l="0" t="0" r="0" b="0"/>
            </a:stretch>
          </a:blipFill>
        </p:spPr>
      </p:sp>
      <p:sp>
        <p:nvSpPr>
          <p:cNvPr name="Freeform 7" id="7"/>
          <p:cNvSpPr/>
          <p:nvPr/>
        </p:nvSpPr>
        <p:spPr>
          <a:xfrm flipH="false" flipV="false" rot="0">
            <a:off x="14986765" y="8186397"/>
            <a:ext cx="2946776" cy="2400283"/>
          </a:xfrm>
          <a:custGeom>
            <a:avLst/>
            <a:gdLst/>
            <a:ahLst/>
            <a:cxnLst/>
            <a:rect r="r" b="b" t="t" l="l"/>
            <a:pathLst>
              <a:path h="2400283" w="2946776">
                <a:moveTo>
                  <a:pt x="0" y="0"/>
                </a:moveTo>
                <a:lnTo>
                  <a:pt x="2946776" y="0"/>
                </a:lnTo>
                <a:lnTo>
                  <a:pt x="2946776" y="2400283"/>
                </a:lnTo>
                <a:lnTo>
                  <a:pt x="0" y="2400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8153" y="1102519"/>
            <a:ext cx="2098971" cy="2430388"/>
          </a:xfrm>
          <a:custGeom>
            <a:avLst/>
            <a:gdLst/>
            <a:ahLst/>
            <a:cxnLst/>
            <a:rect r="r" b="b" t="t" l="l"/>
            <a:pathLst>
              <a:path h="2430388" w="2098971">
                <a:moveTo>
                  <a:pt x="0" y="0"/>
                </a:moveTo>
                <a:lnTo>
                  <a:pt x="2098971" y="0"/>
                </a:lnTo>
                <a:lnTo>
                  <a:pt x="2098971" y="2430387"/>
                </a:lnTo>
                <a:lnTo>
                  <a:pt x="0" y="24303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9456976" y="114275"/>
            <a:ext cx="5790582"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Kiêm tra vé</a:t>
            </a:r>
          </a:p>
        </p:txBody>
      </p:sp>
      <p:sp>
        <p:nvSpPr>
          <p:cNvPr name="TextBox 10" id="10"/>
          <p:cNvSpPr txBox="true"/>
          <p:nvPr/>
        </p:nvSpPr>
        <p:spPr>
          <a:xfrm rot="0">
            <a:off x="11021409" y="-9525"/>
            <a:ext cx="1330858"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FF1E7"/>
        </a:solidFill>
      </p:bgPr>
    </p:bg>
    <p:spTree>
      <p:nvGrpSpPr>
        <p:cNvPr id="1" name=""/>
        <p:cNvGrpSpPr/>
        <p:nvPr/>
      </p:nvGrpSpPr>
      <p:grpSpPr>
        <a:xfrm>
          <a:off x="0" y="0"/>
          <a:ext cx="0" cy="0"/>
          <a:chOff x="0" y="0"/>
          <a:chExt cx="0" cy="0"/>
        </a:xfrm>
      </p:grpSpPr>
      <p:grpSp>
        <p:nvGrpSpPr>
          <p:cNvPr name="Group 2" id="2"/>
          <p:cNvGrpSpPr/>
          <p:nvPr/>
        </p:nvGrpSpPr>
        <p:grpSpPr>
          <a:xfrm rot="0">
            <a:off x="674241" y="1545286"/>
            <a:ext cx="16230600" cy="8229600"/>
            <a:chOff x="0" y="0"/>
            <a:chExt cx="4513182" cy="2288374"/>
          </a:xfrm>
        </p:grpSpPr>
        <p:sp>
          <p:nvSpPr>
            <p:cNvPr name="Freeform 3" id="3"/>
            <p:cNvSpPr/>
            <p:nvPr/>
          </p:nvSpPr>
          <p:spPr>
            <a:xfrm flipH="false" flipV="false" rot="0">
              <a:off x="0" y="0"/>
              <a:ext cx="4513182" cy="2288374"/>
            </a:xfrm>
            <a:custGeom>
              <a:avLst/>
              <a:gdLst/>
              <a:ahLst/>
              <a:cxnLst/>
              <a:rect r="r" b="b" t="t" l="l"/>
              <a:pathLst>
                <a:path h="2288374" w="4513182">
                  <a:moveTo>
                    <a:pt x="24327" y="0"/>
                  </a:moveTo>
                  <a:lnTo>
                    <a:pt x="4488855" y="0"/>
                  </a:lnTo>
                  <a:cubicBezTo>
                    <a:pt x="4502291" y="0"/>
                    <a:pt x="4513182" y="10891"/>
                    <a:pt x="4513182" y="24327"/>
                  </a:cubicBezTo>
                  <a:lnTo>
                    <a:pt x="4513182" y="2264047"/>
                  </a:lnTo>
                  <a:cubicBezTo>
                    <a:pt x="4513182" y="2277483"/>
                    <a:pt x="4502291" y="2288374"/>
                    <a:pt x="4488855" y="2288374"/>
                  </a:cubicBezTo>
                  <a:lnTo>
                    <a:pt x="24327" y="2288374"/>
                  </a:lnTo>
                  <a:cubicBezTo>
                    <a:pt x="10891" y="2288374"/>
                    <a:pt x="0" y="2277483"/>
                    <a:pt x="0" y="2264047"/>
                  </a:cubicBezTo>
                  <a:lnTo>
                    <a:pt x="0" y="24327"/>
                  </a:lnTo>
                  <a:cubicBezTo>
                    <a:pt x="0" y="10891"/>
                    <a:pt x="10891" y="0"/>
                    <a:pt x="24327" y="0"/>
                  </a:cubicBezTo>
                  <a:close/>
                </a:path>
              </a:pathLst>
            </a:custGeom>
            <a:solidFill>
              <a:srgbClr val="EFF1E7"/>
            </a:solidFill>
            <a:ln w="38100" cap="rnd">
              <a:solidFill>
                <a:srgbClr val="000000"/>
              </a:solidFill>
              <a:prstDash val="solid"/>
              <a:round/>
            </a:ln>
          </p:spPr>
        </p:sp>
        <p:sp>
          <p:nvSpPr>
            <p:cNvPr name="TextBox 4" id="4"/>
            <p:cNvSpPr txBox="true"/>
            <p:nvPr/>
          </p:nvSpPr>
          <p:spPr>
            <a:xfrm>
              <a:off x="0" y="-38100"/>
              <a:ext cx="4513182" cy="23264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2278500" y="1945519"/>
            <a:ext cx="13022083" cy="7429134"/>
          </a:xfrm>
          <a:custGeom>
            <a:avLst/>
            <a:gdLst/>
            <a:ahLst/>
            <a:cxnLst/>
            <a:rect r="r" b="b" t="t" l="l"/>
            <a:pathLst>
              <a:path h="7429134" w="13022083">
                <a:moveTo>
                  <a:pt x="0" y="0"/>
                </a:moveTo>
                <a:lnTo>
                  <a:pt x="13022083" y="0"/>
                </a:lnTo>
                <a:lnTo>
                  <a:pt x="13022083" y="7429134"/>
                </a:lnTo>
                <a:lnTo>
                  <a:pt x="0" y="7429134"/>
                </a:lnTo>
                <a:lnTo>
                  <a:pt x="0" y="0"/>
                </a:lnTo>
                <a:close/>
              </a:path>
            </a:pathLst>
          </a:custGeom>
          <a:blipFill>
            <a:blip r:embed="rId2"/>
            <a:stretch>
              <a:fillRect l="0" t="-1207" r="0" b="-8345"/>
            </a:stretch>
          </a:blipFill>
        </p:spPr>
      </p:sp>
      <p:sp>
        <p:nvSpPr>
          <p:cNvPr name="Freeform 6" id="6"/>
          <p:cNvSpPr/>
          <p:nvPr/>
        </p:nvSpPr>
        <p:spPr>
          <a:xfrm flipH="false" flipV="false" rot="0">
            <a:off x="14598388" y="-573667"/>
            <a:ext cx="1196434" cy="3204734"/>
          </a:xfrm>
          <a:custGeom>
            <a:avLst/>
            <a:gdLst/>
            <a:ahLst/>
            <a:cxnLst/>
            <a:rect r="r" b="b" t="t" l="l"/>
            <a:pathLst>
              <a:path h="3204734" w="1196434">
                <a:moveTo>
                  <a:pt x="0" y="0"/>
                </a:moveTo>
                <a:lnTo>
                  <a:pt x="1196434" y="0"/>
                </a:lnTo>
                <a:lnTo>
                  <a:pt x="1196434" y="3204734"/>
                </a:lnTo>
                <a:lnTo>
                  <a:pt x="0" y="3204734"/>
                </a:lnTo>
                <a:lnTo>
                  <a:pt x="0" y="0"/>
                </a:lnTo>
                <a:close/>
              </a:path>
            </a:pathLst>
          </a:custGeom>
          <a:blipFill>
            <a:blip r:embed="rId3"/>
            <a:stretch>
              <a:fillRect l="0" t="0" r="0" b="0"/>
            </a:stretch>
          </a:blipFill>
        </p:spPr>
      </p:sp>
      <p:sp>
        <p:nvSpPr>
          <p:cNvPr name="Freeform 7" id="7"/>
          <p:cNvSpPr/>
          <p:nvPr/>
        </p:nvSpPr>
        <p:spPr>
          <a:xfrm flipH="false" flipV="false" rot="0">
            <a:off x="14986765" y="8186397"/>
            <a:ext cx="2946776" cy="2400283"/>
          </a:xfrm>
          <a:custGeom>
            <a:avLst/>
            <a:gdLst/>
            <a:ahLst/>
            <a:cxnLst/>
            <a:rect r="r" b="b" t="t" l="l"/>
            <a:pathLst>
              <a:path h="2400283" w="2946776">
                <a:moveTo>
                  <a:pt x="0" y="0"/>
                </a:moveTo>
                <a:lnTo>
                  <a:pt x="2946776" y="0"/>
                </a:lnTo>
                <a:lnTo>
                  <a:pt x="2946776" y="2400283"/>
                </a:lnTo>
                <a:lnTo>
                  <a:pt x="0" y="2400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8153" y="1102519"/>
            <a:ext cx="2098971" cy="2430388"/>
          </a:xfrm>
          <a:custGeom>
            <a:avLst/>
            <a:gdLst/>
            <a:ahLst/>
            <a:cxnLst/>
            <a:rect r="r" b="b" t="t" l="l"/>
            <a:pathLst>
              <a:path h="2430388" w="2098971">
                <a:moveTo>
                  <a:pt x="0" y="0"/>
                </a:moveTo>
                <a:lnTo>
                  <a:pt x="2098971" y="0"/>
                </a:lnTo>
                <a:lnTo>
                  <a:pt x="2098971" y="2430387"/>
                </a:lnTo>
                <a:lnTo>
                  <a:pt x="0" y="24303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7846658" y="154636"/>
            <a:ext cx="6636392"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Xem vé chi tiêt</a:t>
            </a:r>
          </a:p>
        </p:txBody>
      </p:sp>
      <p:sp>
        <p:nvSpPr>
          <p:cNvPr name="TextBox 10" id="10"/>
          <p:cNvSpPr txBox="true"/>
          <p:nvPr/>
        </p:nvSpPr>
        <p:spPr>
          <a:xfrm rot="155727">
            <a:off x="13996235" y="89567"/>
            <a:ext cx="4406530"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FF1E7"/>
        </a:solidFill>
      </p:bgPr>
    </p:bg>
    <p:spTree>
      <p:nvGrpSpPr>
        <p:cNvPr id="1" name=""/>
        <p:cNvGrpSpPr/>
        <p:nvPr/>
      </p:nvGrpSpPr>
      <p:grpSpPr>
        <a:xfrm>
          <a:off x="0" y="0"/>
          <a:ext cx="0" cy="0"/>
          <a:chOff x="0" y="0"/>
          <a:chExt cx="0" cy="0"/>
        </a:xfrm>
      </p:grpSpPr>
      <p:grpSp>
        <p:nvGrpSpPr>
          <p:cNvPr name="Group 2" id="2"/>
          <p:cNvGrpSpPr/>
          <p:nvPr/>
        </p:nvGrpSpPr>
        <p:grpSpPr>
          <a:xfrm rot="0">
            <a:off x="674241" y="1545286"/>
            <a:ext cx="16230600" cy="8229600"/>
            <a:chOff x="0" y="0"/>
            <a:chExt cx="4513182" cy="2288374"/>
          </a:xfrm>
        </p:grpSpPr>
        <p:sp>
          <p:nvSpPr>
            <p:cNvPr name="Freeform 3" id="3"/>
            <p:cNvSpPr/>
            <p:nvPr/>
          </p:nvSpPr>
          <p:spPr>
            <a:xfrm flipH="false" flipV="false" rot="0">
              <a:off x="0" y="0"/>
              <a:ext cx="4513182" cy="2288374"/>
            </a:xfrm>
            <a:custGeom>
              <a:avLst/>
              <a:gdLst/>
              <a:ahLst/>
              <a:cxnLst/>
              <a:rect r="r" b="b" t="t" l="l"/>
              <a:pathLst>
                <a:path h="2288374" w="4513182">
                  <a:moveTo>
                    <a:pt x="24327" y="0"/>
                  </a:moveTo>
                  <a:lnTo>
                    <a:pt x="4488855" y="0"/>
                  </a:lnTo>
                  <a:cubicBezTo>
                    <a:pt x="4502291" y="0"/>
                    <a:pt x="4513182" y="10891"/>
                    <a:pt x="4513182" y="24327"/>
                  </a:cubicBezTo>
                  <a:lnTo>
                    <a:pt x="4513182" y="2264047"/>
                  </a:lnTo>
                  <a:cubicBezTo>
                    <a:pt x="4513182" y="2277483"/>
                    <a:pt x="4502291" y="2288374"/>
                    <a:pt x="4488855" y="2288374"/>
                  </a:cubicBezTo>
                  <a:lnTo>
                    <a:pt x="24327" y="2288374"/>
                  </a:lnTo>
                  <a:cubicBezTo>
                    <a:pt x="10891" y="2288374"/>
                    <a:pt x="0" y="2277483"/>
                    <a:pt x="0" y="2264047"/>
                  </a:cubicBezTo>
                  <a:lnTo>
                    <a:pt x="0" y="24327"/>
                  </a:lnTo>
                  <a:cubicBezTo>
                    <a:pt x="0" y="10891"/>
                    <a:pt x="10891" y="0"/>
                    <a:pt x="24327" y="0"/>
                  </a:cubicBezTo>
                  <a:close/>
                </a:path>
              </a:pathLst>
            </a:custGeom>
            <a:solidFill>
              <a:srgbClr val="EFF1E7"/>
            </a:solidFill>
            <a:ln w="38100" cap="rnd">
              <a:solidFill>
                <a:srgbClr val="000000"/>
              </a:solidFill>
              <a:prstDash val="solid"/>
              <a:round/>
            </a:ln>
          </p:spPr>
        </p:sp>
        <p:sp>
          <p:nvSpPr>
            <p:cNvPr name="TextBox 4" id="4"/>
            <p:cNvSpPr txBox="true"/>
            <p:nvPr/>
          </p:nvSpPr>
          <p:spPr>
            <a:xfrm>
              <a:off x="0" y="-38100"/>
              <a:ext cx="4513182" cy="23264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2060930" y="1875242"/>
            <a:ext cx="13457222" cy="7569687"/>
          </a:xfrm>
          <a:custGeom>
            <a:avLst/>
            <a:gdLst/>
            <a:ahLst/>
            <a:cxnLst/>
            <a:rect r="r" b="b" t="t" l="l"/>
            <a:pathLst>
              <a:path h="7569687" w="13457222">
                <a:moveTo>
                  <a:pt x="0" y="0"/>
                </a:moveTo>
                <a:lnTo>
                  <a:pt x="13457222" y="0"/>
                </a:lnTo>
                <a:lnTo>
                  <a:pt x="13457222" y="7569688"/>
                </a:lnTo>
                <a:lnTo>
                  <a:pt x="0" y="7569688"/>
                </a:lnTo>
                <a:lnTo>
                  <a:pt x="0" y="0"/>
                </a:lnTo>
                <a:close/>
              </a:path>
            </a:pathLst>
          </a:custGeom>
          <a:blipFill>
            <a:blip r:embed="rId2"/>
            <a:stretch>
              <a:fillRect l="0" t="0" r="0" b="0"/>
            </a:stretch>
          </a:blipFill>
        </p:spPr>
      </p:sp>
      <p:sp>
        <p:nvSpPr>
          <p:cNvPr name="Freeform 6" id="6"/>
          <p:cNvSpPr/>
          <p:nvPr/>
        </p:nvSpPr>
        <p:spPr>
          <a:xfrm flipH="false" flipV="false" rot="0">
            <a:off x="14598388" y="-573667"/>
            <a:ext cx="1196434" cy="3204734"/>
          </a:xfrm>
          <a:custGeom>
            <a:avLst/>
            <a:gdLst/>
            <a:ahLst/>
            <a:cxnLst/>
            <a:rect r="r" b="b" t="t" l="l"/>
            <a:pathLst>
              <a:path h="3204734" w="1196434">
                <a:moveTo>
                  <a:pt x="0" y="0"/>
                </a:moveTo>
                <a:lnTo>
                  <a:pt x="1196434" y="0"/>
                </a:lnTo>
                <a:lnTo>
                  <a:pt x="1196434" y="3204734"/>
                </a:lnTo>
                <a:lnTo>
                  <a:pt x="0" y="3204734"/>
                </a:lnTo>
                <a:lnTo>
                  <a:pt x="0" y="0"/>
                </a:lnTo>
                <a:close/>
              </a:path>
            </a:pathLst>
          </a:custGeom>
          <a:blipFill>
            <a:blip r:embed="rId3"/>
            <a:stretch>
              <a:fillRect l="0" t="0" r="0" b="0"/>
            </a:stretch>
          </a:blipFill>
        </p:spPr>
      </p:sp>
      <p:sp>
        <p:nvSpPr>
          <p:cNvPr name="Freeform 7" id="7"/>
          <p:cNvSpPr/>
          <p:nvPr/>
        </p:nvSpPr>
        <p:spPr>
          <a:xfrm flipH="false" flipV="false" rot="0">
            <a:off x="14986765" y="8186397"/>
            <a:ext cx="2946776" cy="2400283"/>
          </a:xfrm>
          <a:custGeom>
            <a:avLst/>
            <a:gdLst/>
            <a:ahLst/>
            <a:cxnLst/>
            <a:rect r="r" b="b" t="t" l="l"/>
            <a:pathLst>
              <a:path h="2400283" w="2946776">
                <a:moveTo>
                  <a:pt x="0" y="0"/>
                </a:moveTo>
                <a:lnTo>
                  <a:pt x="2946776" y="0"/>
                </a:lnTo>
                <a:lnTo>
                  <a:pt x="2946776" y="2400283"/>
                </a:lnTo>
                <a:lnTo>
                  <a:pt x="0" y="2400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8153" y="1102519"/>
            <a:ext cx="2098971" cy="2430388"/>
          </a:xfrm>
          <a:custGeom>
            <a:avLst/>
            <a:gdLst/>
            <a:ahLst/>
            <a:cxnLst/>
            <a:rect r="r" b="b" t="t" l="l"/>
            <a:pathLst>
              <a:path h="2430388" w="2098971">
                <a:moveTo>
                  <a:pt x="0" y="0"/>
                </a:moveTo>
                <a:lnTo>
                  <a:pt x="2098971" y="0"/>
                </a:lnTo>
                <a:lnTo>
                  <a:pt x="2098971" y="2430387"/>
                </a:lnTo>
                <a:lnTo>
                  <a:pt x="0" y="24303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6765763" y="114275"/>
            <a:ext cx="8481795"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Quan lý tuyến xe</a:t>
            </a:r>
          </a:p>
        </p:txBody>
      </p:sp>
      <p:sp>
        <p:nvSpPr>
          <p:cNvPr name="TextBox 10" id="10"/>
          <p:cNvSpPr txBox="true"/>
          <p:nvPr/>
        </p:nvSpPr>
        <p:spPr>
          <a:xfrm rot="0">
            <a:off x="8533236" y="114275"/>
            <a:ext cx="664462"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FF1E7"/>
        </a:solidFill>
      </p:bgPr>
    </p:bg>
    <p:spTree>
      <p:nvGrpSpPr>
        <p:cNvPr id="1" name=""/>
        <p:cNvGrpSpPr/>
        <p:nvPr/>
      </p:nvGrpSpPr>
      <p:grpSpPr>
        <a:xfrm>
          <a:off x="0" y="0"/>
          <a:ext cx="0" cy="0"/>
          <a:chOff x="0" y="0"/>
          <a:chExt cx="0" cy="0"/>
        </a:xfrm>
      </p:grpSpPr>
      <p:grpSp>
        <p:nvGrpSpPr>
          <p:cNvPr name="Group 2" id="2"/>
          <p:cNvGrpSpPr/>
          <p:nvPr/>
        </p:nvGrpSpPr>
        <p:grpSpPr>
          <a:xfrm rot="0">
            <a:off x="674241" y="1545286"/>
            <a:ext cx="16230600" cy="8229600"/>
            <a:chOff x="0" y="0"/>
            <a:chExt cx="4513182" cy="2288374"/>
          </a:xfrm>
        </p:grpSpPr>
        <p:sp>
          <p:nvSpPr>
            <p:cNvPr name="Freeform 3" id="3"/>
            <p:cNvSpPr/>
            <p:nvPr/>
          </p:nvSpPr>
          <p:spPr>
            <a:xfrm flipH="false" flipV="false" rot="0">
              <a:off x="0" y="0"/>
              <a:ext cx="4513182" cy="2288374"/>
            </a:xfrm>
            <a:custGeom>
              <a:avLst/>
              <a:gdLst/>
              <a:ahLst/>
              <a:cxnLst/>
              <a:rect r="r" b="b" t="t" l="l"/>
              <a:pathLst>
                <a:path h="2288374" w="4513182">
                  <a:moveTo>
                    <a:pt x="24327" y="0"/>
                  </a:moveTo>
                  <a:lnTo>
                    <a:pt x="4488855" y="0"/>
                  </a:lnTo>
                  <a:cubicBezTo>
                    <a:pt x="4502291" y="0"/>
                    <a:pt x="4513182" y="10891"/>
                    <a:pt x="4513182" y="24327"/>
                  </a:cubicBezTo>
                  <a:lnTo>
                    <a:pt x="4513182" y="2264047"/>
                  </a:lnTo>
                  <a:cubicBezTo>
                    <a:pt x="4513182" y="2277483"/>
                    <a:pt x="4502291" y="2288374"/>
                    <a:pt x="4488855" y="2288374"/>
                  </a:cubicBezTo>
                  <a:lnTo>
                    <a:pt x="24327" y="2288374"/>
                  </a:lnTo>
                  <a:cubicBezTo>
                    <a:pt x="10891" y="2288374"/>
                    <a:pt x="0" y="2277483"/>
                    <a:pt x="0" y="2264047"/>
                  </a:cubicBezTo>
                  <a:lnTo>
                    <a:pt x="0" y="24327"/>
                  </a:lnTo>
                  <a:cubicBezTo>
                    <a:pt x="0" y="10891"/>
                    <a:pt x="10891" y="0"/>
                    <a:pt x="24327" y="0"/>
                  </a:cubicBezTo>
                  <a:close/>
                </a:path>
              </a:pathLst>
            </a:custGeom>
            <a:solidFill>
              <a:srgbClr val="EFF1E7"/>
            </a:solidFill>
            <a:ln w="38100" cap="rnd">
              <a:solidFill>
                <a:srgbClr val="000000"/>
              </a:solidFill>
              <a:prstDash val="solid"/>
              <a:round/>
            </a:ln>
          </p:spPr>
        </p:sp>
        <p:sp>
          <p:nvSpPr>
            <p:cNvPr name="TextBox 4" id="4"/>
            <p:cNvSpPr txBox="true"/>
            <p:nvPr/>
          </p:nvSpPr>
          <p:spPr>
            <a:xfrm>
              <a:off x="0" y="-38100"/>
              <a:ext cx="4513182" cy="23264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2469087" y="1875242"/>
            <a:ext cx="13457222" cy="7569687"/>
          </a:xfrm>
          <a:custGeom>
            <a:avLst/>
            <a:gdLst/>
            <a:ahLst/>
            <a:cxnLst/>
            <a:rect r="r" b="b" t="t" l="l"/>
            <a:pathLst>
              <a:path h="7569687" w="13457222">
                <a:moveTo>
                  <a:pt x="0" y="0"/>
                </a:moveTo>
                <a:lnTo>
                  <a:pt x="13457222" y="0"/>
                </a:lnTo>
                <a:lnTo>
                  <a:pt x="13457222" y="7569688"/>
                </a:lnTo>
                <a:lnTo>
                  <a:pt x="0" y="7569688"/>
                </a:lnTo>
                <a:lnTo>
                  <a:pt x="0" y="0"/>
                </a:lnTo>
                <a:close/>
              </a:path>
            </a:pathLst>
          </a:custGeom>
          <a:blipFill>
            <a:blip r:embed="rId2"/>
            <a:stretch>
              <a:fillRect l="0" t="0" r="0" b="0"/>
            </a:stretch>
          </a:blipFill>
        </p:spPr>
      </p:sp>
      <p:sp>
        <p:nvSpPr>
          <p:cNvPr name="Freeform 6" id="6"/>
          <p:cNvSpPr/>
          <p:nvPr/>
        </p:nvSpPr>
        <p:spPr>
          <a:xfrm flipH="false" flipV="false" rot="0">
            <a:off x="14598388" y="-573667"/>
            <a:ext cx="1196434" cy="3204734"/>
          </a:xfrm>
          <a:custGeom>
            <a:avLst/>
            <a:gdLst/>
            <a:ahLst/>
            <a:cxnLst/>
            <a:rect r="r" b="b" t="t" l="l"/>
            <a:pathLst>
              <a:path h="3204734" w="1196434">
                <a:moveTo>
                  <a:pt x="0" y="0"/>
                </a:moveTo>
                <a:lnTo>
                  <a:pt x="1196434" y="0"/>
                </a:lnTo>
                <a:lnTo>
                  <a:pt x="1196434" y="3204734"/>
                </a:lnTo>
                <a:lnTo>
                  <a:pt x="0" y="3204734"/>
                </a:lnTo>
                <a:lnTo>
                  <a:pt x="0" y="0"/>
                </a:lnTo>
                <a:close/>
              </a:path>
            </a:pathLst>
          </a:custGeom>
          <a:blipFill>
            <a:blip r:embed="rId3"/>
            <a:stretch>
              <a:fillRect l="0" t="0" r="0" b="0"/>
            </a:stretch>
          </a:blipFill>
        </p:spPr>
      </p:sp>
      <p:sp>
        <p:nvSpPr>
          <p:cNvPr name="Freeform 7" id="7"/>
          <p:cNvSpPr/>
          <p:nvPr/>
        </p:nvSpPr>
        <p:spPr>
          <a:xfrm flipH="false" flipV="false" rot="0">
            <a:off x="14986765" y="8186397"/>
            <a:ext cx="2946776" cy="2400283"/>
          </a:xfrm>
          <a:custGeom>
            <a:avLst/>
            <a:gdLst/>
            <a:ahLst/>
            <a:cxnLst/>
            <a:rect r="r" b="b" t="t" l="l"/>
            <a:pathLst>
              <a:path h="2400283" w="2946776">
                <a:moveTo>
                  <a:pt x="0" y="0"/>
                </a:moveTo>
                <a:lnTo>
                  <a:pt x="2946776" y="0"/>
                </a:lnTo>
                <a:lnTo>
                  <a:pt x="2946776" y="2400283"/>
                </a:lnTo>
                <a:lnTo>
                  <a:pt x="0" y="2400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8153" y="1102519"/>
            <a:ext cx="2098971" cy="2430388"/>
          </a:xfrm>
          <a:custGeom>
            <a:avLst/>
            <a:gdLst/>
            <a:ahLst/>
            <a:cxnLst/>
            <a:rect r="r" b="b" t="t" l="l"/>
            <a:pathLst>
              <a:path h="2430388" w="2098971">
                <a:moveTo>
                  <a:pt x="0" y="0"/>
                </a:moveTo>
                <a:lnTo>
                  <a:pt x="2098971" y="0"/>
                </a:lnTo>
                <a:lnTo>
                  <a:pt x="2098971" y="2430387"/>
                </a:lnTo>
                <a:lnTo>
                  <a:pt x="0" y="24303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6765763" y="114275"/>
            <a:ext cx="8481795"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Quan lý chuyến xe</a:t>
            </a:r>
          </a:p>
        </p:txBody>
      </p:sp>
      <p:sp>
        <p:nvSpPr>
          <p:cNvPr name="TextBox 10" id="10"/>
          <p:cNvSpPr txBox="true"/>
          <p:nvPr/>
        </p:nvSpPr>
        <p:spPr>
          <a:xfrm rot="0">
            <a:off x="8533236" y="114275"/>
            <a:ext cx="664462"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FF1E7"/>
        </a:solidFill>
      </p:bgPr>
    </p:bg>
    <p:spTree>
      <p:nvGrpSpPr>
        <p:cNvPr id="1" name=""/>
        <p:cNvGrpSpPr/>
        <p:nvPr/>
      </p:nvGrpSpPr>
      <p:grpSpPr>
        <a:xfrm>
          <a:off x="0" y="0"/>
          <a:ext cx="0" cy="0"/>
          <a:chOff x="0" y="0"/>
          <a:chExt cx="0" cy="0"/>
        </a:xfrm>
      </p:grpSpPr>
      <p:grpSp>
        <p:nvGrpSpPr>
          <p:cNvPr name="Group 2" id="2"/>
          <p:cNvGrpSpPr/>
          <p:nvPr/>
        </p:nvGrpSpPr>
        <p:grpSpPr>
          <a:xfrm rot="0">
            <a:off x="674241" y="1545286"/>
            <a:ext cx="16230600" cy="8229600"/>
            <a:chOff x="0" y="0"/>
            <a:chExt cx="4513182" cy="2288374"/>
          </a:xfrm>
        </p:grpSpPr>
        <p:sp>
          <p:nvSpPr>
            <p:cNvPr name="Freeform 3" id="3"/>
            <p:cNvSpPr/>
            <p:nvPr/>
          </p:nvSpPr>
          <p:spPr>
            <a:xfrm flipH="false" flipV="false" rot="0">
              <a:off x="0" y="0"/>
              <a:ext cx="4513182" cy="2288374"/>
            </a:xfrm>
            <a:custGeom>
              <a:avLst/>
              <a:gdLst/>
              <a:ahLst/>
              <a:cxnLst/>
              <a:rect r="r" b="b" t="t" l="l"/>
              <a:pathLst>
                <a:path h="2288374" w="4513182">
                  <a:moveTo>
                    <a:pt x="24327" y="0"/>
                  </a:moveTo>
                  <a:lnTo>
                    <a:pt x="4488855" y="0"/>
                  </a:lnTo>
                  <a:cubicBezTo>
                    <a:pt x="4502291" y="0"/>
                    <a:pt x="4513182" y="10891"/>
                    <a:pt x="4513182" y="24327"/>
                  </a:cubicBezTo>
                  <a:lnTo>
                    <a:pt x="4513182" y="2264047"/>
                  </a:lnTo>
                  <a:cubicBezTo>
                    <a:pt x="4513182" y="2277483"/>
                    <a:pt x="4502291" y="2288374"/>
                    <a:pt x="4488855" y="2288374"/>
                  </a:cubicBezTo>
                  <a:lnTo>
                    <a:pt x="24327" y="2288374"/>
                  </a:lnTo>
                  <a:cubicBezTo>
                    <a:pt x="10891" y="2288374"/>
                    <a:pt x="0" y="2277483"/>
                    <a:pt x="0" y="2264047"/>
                  </a:cubicBezTo>
                  <a:lnTo>
                    <a:pt x="0" y="24327"/>
                  </a:lnTo>
                  <a:cubicBezTo>
                    <a:pt x="0" y="10891"/>
                    <a:pt x="10891" y="0"/>
                    <a:pt x="24327" y="0"/>
                  </a:cubicBezTo>
                  <a:close/>
                </a:path>
              </a:pathLst>
            </a:custGeom>
            <a:solidFill>
              <a:srgbClr val="EFF1E7"/>
            </a:solidFill>
            <a:ln w="38100" cap="rnd">
              <a:solidFill>
                <a:srgbClr val="000000"/>
              </a:solidFill>
              <a:prstDash val="solid"/>
              <a:round/>
            </a:ln>
          </p:spPr>
        </p:sp>
        <p:sp>
          <p:nvSpPr>
            <p:cNvPr name="TextBox 4" id="4"/>
            <p:cNvSpPr txBox="true"/>
            <p:nvPr/>
          </p:nvSpPr>
          <p:spPr>
            <a:xfrm>
              <a:off x="0" y="-38100"/>
              <a:ext cx="4513182" cy="23264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598388" y="-573667"/>
            <a:ext cx="1196434" cy="3204734"/>
          </a:xfrm>
          <a:custGeom>
            <a:avLst/>
            <a:gdLst/>
            <a:ahLst/>
            <a:cxnLst/>
            <a:rect r="r" b="b" t="t" l="l"/>
            <a:pathLst>
              <a:path h="3204734" w="1196434">
                <a:moveTo>
                  <a:pt x="0" y="0"/>
                </a:moveTo>
                <a:lnTo>
                  <a:pt x="1196434" y="0"/>
                </a:lnTo>
                <a:lnTo>
                  <a:pt x="1196434" y="3204734"/>
                </a:lnTo>
                <a:lnTo>
                  <a:pt x="0" y="3204734"/>
                </a:lnTo>
                <a:lnTo>
                  <a:pt x="0" y="0"/>
                </a:lnTo>
                <a:close/>
              </a:path>
            </a:pathLst>
          </a:custGeom>
          <a:blipFill>
            <a:blip r:embed="rId2"/>
            <a:stretch>
              <a:fillRect l="0" t="0" r="0" b="0"/>
            </a:stretch>
          </a:blipFill>
        </p:spPr>
      </p:sp>
      <p:sp>
        <p:nvSpPr>
          <p:cNvPr name="Freeform 6" id="6"/>
          <p:cNvSpPr/>
          <p:nvPr/>
        </p:nvSpPr>
        <p:spPr>
          <a:xfrm flipH="false" flipV="false" rot="0">
            <a:off x="14986765" y="8186397"/>
            <a:ext cx="2946776" cy="2400283"/>
          </a:xfrm>
          <a:custGeom>
            <a:avLst/>
            <a:gdLst/>
            <a:ahLst/>
            <a:cxnLst/>
            <a:rect r="r" b="b" t="t" l="l"/>
            <a:pathLst>
              <a:path h="2400283" w="2946776">
                <a:moveTo>
                  <a:pt x="0" y="0"/>
                </a:moveTo>
                <a:lnTo>
                  <a:pt x="2946776" y="0"/>
                </a:lnTo>
                <a:lnTo>
                  <a:pt x="2946776" y="2400283"/>
                </a:lnTo>
                <a:lnTo>
                  <a:pt x="0" y="2400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8153" y="1102519"/>
            <a:ext cx="2098971" cy="2430388"/>
          </a:xfrm>
          <a:custGeom>
            <a:avLst/>
            <a:gdLst/>
            <a:ahLst/>
            <a:cxnLst/>
            <a:rect r="r" b="b" t="t" l="l"/>
            <a:pathLst>
              <a:path h="2430388" w="2098971">
                <a:moveTo>
                  <a:pt x="0" y="0"/>
                </a:moveTo>
                <a:lnTo>
                  <a:pt x="2098971" y="0"/>
                </a:lnTo>
                <a:lnTo>
                  <a:pt x="2098971" y="2430387"/>
                </a:lnTo>
                <a:lnTo>
                  <a:pt x="0" y="2430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415389" y="1875242"/>
            <a:ext cx="13457222" cy="7569687"/>
          </a:xfrm>
          <a:custGeom>
            <a:avLst/>
            <a:gdLst/>
            <a:ahLst/>
            <a:cxnLst/>
            <a:rect r="r" b="b" t="t" l="l"/>
            <a:pathLst>
              <a:path h="7569687" w="13457222">
                <a:moveTo>
                  <a:pt x="0" y="0"/>
                </a:moveTo>
                <a:lnTo>
                  <a:pt x="13457222" y="0"/>
                </a:lnTo>
                <a:lnTo>
                  <a:pt x="13457222" y="7569688"/>
                </a:lnTo>
                <a:lnTo>
                  <a:pt x="0" y="7569688"/>
                </a:lnTo>
                <a:lnTo>
                  <a:pt x="0" y="0"/>
                </a:lnTo>
                <a:close/>
              </a:path>
            </a:pathLst>
          </a:custGeom>
          <a:blipFill>
            <a:blip r:embed="rId7"/>
            <a:stretch>
              <a:fillRect l="0" t="0" r="0" b="0"/>
            </a:stretch>
          </a:blipFill>
        </p:spPr>
      </p:sp>
      <p:sp>
        <p:nvSpPr>
          <p:cNvPr name="TextBox 9" id="9"/>
          <p:cNvSpPr txBox="true"/>
          <p:nvPr/>
        </p:nvSpPr>
        <p:spPr>
          <a:xfrm rot="0">
            <a:off x="10133073" y="88645"/>
            <a:ext cx="8481795"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Quan lý xe</a:t>
            </a:r>
          </a:p>
        </p:txBody>
      </p:sp>
      <p:sp>
        <p:nvSpPr>
          <p:cNvPr name="TextBox 10" id="10"/>
          <p:cNvSpPr txBox="true"/>
          <p:nvPr/>
        </p:nvSpPr>
        <p:spPr>
          <a:xfrm rot="0">
            <a:off x="11900547" y="88645"/>
            <a:ext cx="664462"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FF1E7"/>
        </a:solidFill>
      </p:bgPr>
    </p:bg>
    <p:spTree>
      <p:nvGrpSpPr>
        <p:cNvPr id="1" name=""/>
        <p:cNvGrpSpPr/>
        <p:nvPr/>
      </p:nvGrpSpPr>
      <p:grpSpPr>
        <a:xfrm>
          <a:off x="0" y="0"/>
          <a:ext cx="0" cy="0"/>
          <a:chOff x="0" y="0"/>
          <a:chExt cx="0" cy="0"/>
        </a:xfrm>
      </p:grpSpPr>
      <p:grpSp>
        <p:nvGrpSpPr>
          <p:cNvPr name="Group 2" id="2"/>
          <p:cNvGrpSpPr/>
          <p:nvPr/>
        </p:nvGrpSpPr>
        <p:grpSpPr>
          <a:xfrm rot="0">
            <a:off x="674241" y="1545286"/>
            <a:ext cx="16230600" cy="8229600"/>
            <a:chOff x="0" y="0"/>
            <a:chExt cx="4513182" cy="2288374"/>
          </a:xfrm>
        </p:grpSpPr>
        <p:sp>
          <p:nvSpPr>
            <p:cNvPr name="Freeform 3" id="3"/>
            <p:cNvSpPr/>
            <p:nvPr/>
          </p:nvSpPr>
          <p:spPr>
            <a:xfrm flipH="false" flipV="false" rot="0">
              <a:off x="0" y="0"/>
              <a:ext cx="4513182" cy="2288374"/>
            </a:xfrm>
            <a:custGeom>
              <a:avLst/>
              <a:gdLst/>
              <a:ahLst/>
              <a:cxnLst/>
              <a:rect r="r" b="b" t="t" l="l"/>
              <a:pathLst>
                <a:path h="2288374" w="4513182">
                  <a:moveTo>
                    <a:pt x="24327" y="0"/>
                  </a:moveTo>
                  <a:lnTo>
                    <a:pt x="4488855" y="0"/>
                  </a:lnTo>
                  <a:cubicBezTo>
                    <a:pt x="4502291" y="0"/>
                    <a:pt x="4513182" y="10891"/>
                    <a:pt x="4513182" y="24327"/>
                  </a:cubicBezTo>
                  <a:lnTo>
                    <a:pt x="4513182" y="2264047"/>
                  </a:lnTo>
                  <a:cubicBezTo>
                    <a:pt x="4513182" y="2277483"/>
                    <a:pt x="4502291" y="2288374"/>
                    <a:pt x="4488855" y="2288374"/>
                  </a:cubicBezTo>
                  <a:lnTo>
                    <a:pt x="24327" y="2288374"/>
                  </a:lnTo>
                  <a:cubicBezTo>
                    <a:pt x="10891" y="2288374"/>
                    <a:pt x="0" y="2277483"/>
                    <a:pt x="0" y="2264047"/>
                  </a:cubicBezTo>
                  <a:lnTo>
                    <a:pt x="0" y="24327"/>
                  </a:lnTo>
                  <a:cubicBezTo>
                    <a:pt x="0" y="10891"/>
                    <a:pt x="10891" y="0"/>
                    <a:pt x="24327" y="0"/>
                  </a:cubicBezTo>
                  <a:close/>
                </a:path>
              </a:pathLst>
            </a:custGeom>
            <a:solidFill>
              <a:srgbClr val="EFF1E7"/>
            </a:solidFill>
            <a:ln w="38100" cap="rnd">
              <a:solidFill>
                <a:srgbClr val="000000"/>
              </a:solidFill>
              <a:prstDash val="solid"/>
              <a:round/>
            </a:ln>
          </p:spPr>
        </p:sp>
        <p:sp>
          <p:nvSpPr>
            <p:cNvPr name="TextBox 4" id="4"/>
            <p:cNvSpPr txBox="true"/>
            <p:nvPr/>
          </p:nvSpPr>
          <p:spPr>
            <a:xfrm>
              <a:off x="0" y="-38100"/>
              <a:ext cx="4513182" cy="23264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2415389" y="1875242"/>
            <a:ext cx="13457222" cy="7569687"/>
          </a:xfrm>
          <a:custGeom>
            <a:avLst/>
            <a:gdLst/>
            <a:ahLst/>
            <a:cxnLst/>
            <a:rect r="r" b="b" t="t" l="l"/>
            <a:pathLst>
              <a:path h="7569687" w="13457222">
                <a:moveTo>
                  <a:pt x="0" y="0"/>
                </a:moveTo>
                <a:lnTo>
                  <a:pt x="13457222" y="0"/>
                </a:lnTo>
                <a:lnTo>
                  <a:pt x="13457222" y="7569688"/>
                </a:lnTo>
                <a:lnTo>
                  <a:pt x="0" y="7569688"/>
                </a:lnTo>
                <a:lnTo>
                  <a:pt x="0" y="0"/>
                </a:lnTo>
                <a:close/>
              </a:path>
            </a:pathLst>
          </a:custGeom>
          <a:blipFill>
            <a:blip r:embed="rId2"/>
            <a:stretch>
              <a:fillRect l="0" t="0" r="0" b="0"/>
            </a:stretch>
          </a:blipFill>
        </p:spPr>
      </p:sp>
      <p:sp>
        <p:nvSpPr>
          <p:cNvPr name="Freeform 6" id="6"/>
          <p:cNvSpPr/>
          <p:nvPr/>
        </p:nvSpPr>
        <p:spPr>
          <a:xfrm flipH="false" flipV="false" rot="0">
            <a:off x="14598388" y="-573667"/>
            <a:ext cx="1196434" cy="3204734"/>
          </a:xfrm>
          <a:custGeom>
            <a:avLst/>
            <a:gdLst/>
            <a:ahLst/>
            <a:cxnLst/>
            <a:rect r="r" b="b" t="t" l="l"/>
            <a:pathLst>
              <a:path h="3204734" w="1196434">
                <a:moveTo>
                  <a:pt x="0" y="0"/>
                </a:moveTo>
                <a:lnTo>
                  <a:pt x="1196434" y="0"/>
                </a:lnTo>
                <a:lnTo>
                  <a:pt x="1196434" y="3204734"/>
                </a:lnTo>
                <a:lnTo>
                  <a:pt x="0" y="3204734"/>
                </a:lnTo>
                <a:lnTo>
                  <a:pt x="0" y="0"/>
                </a:lnTo>
                <a:close/>
              </a:path>
            </a:pathLst>
          </a:custGeom>
          <a:blipFill>
            <a:blip r:embed="rId3"/>
            <a:stretch>
              <a:fillRect l="0" t="0" r="0" b="0"/>
            </a:stretch>
          </a:blipFill>
        </p:spPr>
      </p:sp>
      <p:sp>
        <p:nvSpPr>
          <p:cNvPr name="Freeform 7" id="7"/>
          <p:cNvSpPr/>
          <p:nvPr/>
        </p:nvSpPr>
        <p:spPr>
          <a:xfrm flipH="false" flipV="false" rot="0">
            <a:off x="14986765" y="8186397"/>
            <a:ext cx="2946776" cy="2400283"/>
          </a:xfrm>
          <a:custGeom>
            <a:avLst/>
            <a:gdLst/>
            <a:ahLst/>
            <a:cxnLst/>
            <a:rect r="r" b="b" t="t" l="l"/>
            <a:pathLst>
              <a:path h="2400283" w="2946776">
                <a:moveTo>
                  <a:pt x="0" y="0"/>
                </a:moveTo>
                <a:lnTo>
                  <a:pt x="2946776" y="0"/>
                </a:lnTo>
                <a:lnTo>
                  <a:pt x="2946776" y="2400283"/>
                </a:lnTo>
                <a:lnTo>
                  <a:pt x="0" y="2400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8153" y="1102519"/>
            <a:ext cx="2098971" cy="2430388"/>
          </a:xfrm>
          <a:custGeom>
            <a:avLst/>
            <a:gdLst/>
            <a:ahLst/>
            <a:cxnLst/>
            <a:rect r="r" b="b" t="t" l="l"/>
            <a:pathLst>
              <a:path h="2430388" w="2098971">
                <a:moveTo>
                  <a:pt x="0" y="0"/>
                </a:moveTo>
                <a:lnTo>
                  <a:pt x="2098971" y="0"/>
                </a:lnTo>
                <a:lnTo>
                  <a:pt x="2098971" y="2430387"/>
                </a:lnTo>
                <a:lnTo>
                  <a:pt x="0" y="24303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6765763" y="114275"/>
            <a:ext cx="8481795"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Quan lý nhân viên</a:t>
            </a:r>
          </a:p>
        </p:txBody>
      </p:sp>
      <p:sp>
        <p:nvSpPr>
          <p:cNvPr name="TextBox 10" id="10"/>
          <p:cNvSpPr txBox="true"/>
          <p:nvPr/>
        </p:nvSpPr>
        <p:spPr>
          <a:xfrm rot="0">
            <a:off x="8533236" y="114275"/>
            <a:ext cx="664462" cy="1343025"/>
          </a:xfrm>
          <a:prstGeom prst="rect">
            <a:avLst/>
          </a:prstGeom>
        </p:spPr>
        <p:txBody>
          <a:bodyPr anchor="t" rtlCol="false" tIns="0" lIns="0" bIns="0" rIns="0">
            <a:spAutoFit/>
          </a:bodyPr>
          <a:lstStyle/>
          <a:p>
            <a:pPr algn="l">
              <a:lnSpc>
                <a:spcPts val="10559"/>
              </a:lnSpc>
              <a:spcBef>
                <a:spcPct val="0"/>
              </a:spcBef>
            </a:pPr>
            <a:r>
              <a:rPr lang="en-US" sz="8799">
                <a:solidFill>
                  <a:srgbClr val="004AAD"/>
                </a:solidFill>
                <a:latin typeface="Krabuler"/>
              </a:rPr>
              <a:t>̉</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9223231" y="8895219"/>
            <a:ext cx="11552272" cy="1596314"/>
          </a:xfrm>
          <a:custGeom>
            <a:avLst/>
            <a:gdLst/>
            <a:ahLst/>
            <a:cxnLst/>
            <a:rect r="r" b="b" t="t" l="l"/>
            <a:pathLst>
              <a:path h="1596314" w="11552272">
                <a:moveTo>
                  <a:pt x="11552272" y="0"/>
                </a:moveTo>
                <a:lnTo>
                  <a:pt x="0" y="0"/>
                </a:lnTo>
                <a:lnTo>
                  <a:pt x="0" y="1596314"/>
                </a:lnTo>
                <a:lnTo>
                  <a:pt x="11552272" y="1596314"/>
                </a:lnTo>
                <a:lnTo>
                  <a:pt x="1155227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649686" y="-149539"/>
            <a:ext cx="11546413" cy="1595504"/>
          </a:xfrm>
          <a:custGeom>
            <a:avLst/>
            <a:gdLst/>
            <a:ahLst/>
            <a:cxnLst/>
            <a:rect r="r" b="b" t="t" l="l"/>
            <a:pathLst>
              <a:path h="1595504" w="11546413">
                <a:moveTo>
                  <a:pt x="11546413" y="0"/>
                </a:moveTo>
                <a:lnTo>
                  <a:pt x="0" y="0"/>
                </a:lnTo>
                <a:lnTo>
                  <a:pt x="0" y="1595505"/>
                </a:lnTo>
                <a:lnTo>
                  <a:pt x="11546413" y="1595505"/>
                </a:lnTo>
                <a:lnTo>
                  <a:pt x="1154641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491967">
            <a:off x="4366081" y="1559751"/>
            <a:ext cx="1707111" cy="1555022"/>
          </a:xfrm>
          <a:custGeom>
            <a:avLst/>
            <a:gdLst/>
            <a:ahLst/>
            <a:cxnLst/>
            <a:rect r="r" b="b" t="t" l="l"/>
            <a:pathLst>
              <a:path h="1555022" w="1707111">
                <a:moveTo>
                  <a:pt x="0" y="0"/>
                </a:moveTo>
                <a:lnTo>
                  <a:pt x="1707110" y="0"/>
                </a:lnTo>
                <a:lnTo>
                  <a:pt x="1707110" y="1555023"/>
                </a:lnTo>
                <a:lnTo>
                  <a:pt x="0" y="1555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512426" y="1028700"/>
            <a:ext cx="3634128" cy="4158041"/>
          </a:xfrm>
          <a:custGeom>
            <a:avLst/>
            <a:gdLst/>
            <a:ahLst/>
            <a:cxnLst/>
            <a:rect r="r" b="b" t="t" l="l"/>
            <a:pathLst>
              <a:path h="4158041" w="3634128">
                <a:moveTo>
                  <a:pt x="0" y="0"/>
                </a:moveTo>
                <a:lnTo>
                  <a:pt x="3634128" y="0"/>
                </a:lnTo>
                <a:lnTo>
                  <a:pt x="3634128" y="4158041"/>
                </a:lnTo>
                <a:lnTo>
                  <a:pt x="0" y="41580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1129629">
            <a:off x="1530356" y="4116826"/>
            <a:ext cx="3895386" cy="4128059"/>
          </a:xfrm>
          <a:custGeom>
            <a:avLst/>
            <a:gdLst/>
            <a:ahLst/>
            <a:cxnLst/>
            <a:rect r="r" b="b" t="t" l="l"/>
            <a:pathLst>
              <a:path h="4128059" w="3895386">
                <a:moveTo>
                  <a:pt x="0" y="4128058"/>
                </a:moveTo>
                <a:lnTo>
                  <a:pt x="3895386" y="4128058"/>
                </a:lnTo>
                <a:lnTo>
                  <a:pt x="3895386" y="0"/>
                </a:lnTo>
                <a:lnTo>
                  <a:pt x="0" y="0"/>
                </a:lnTo>
                <a:lnTo>
                  <a:pt x="0" y="4128058"/>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568932">
            <a:off x="15591427" y="5685088"/>
            <a:ext cx="1480813" cy="2123030"/>
          </a:xfrm>
          <a:custGeom>
            <a:avLst/>
            <a:gdLst/>
            <a:ahLst/>
            <a:cxnLst/>
            <a:rect r="r" b="b" t="t" l="l"/>
            <a:pathLst>
              <a:path h="2123030" w="1480813">
                <a:moveTo>
                  <a:pt x="0" y="0"/>
                </a:moveTo>
                <a:lnTo>
                  <a:pt x="1480813" y="0"/>
                </a:lnTo>
                <a:lnTo>
                  <a:pt x="1480813" y="2123030"/>
                </a:lnTo>
                <a:lnTo>
                  <a:pt x="0" y="21230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712166" y="8753475"/>
            <a:ext cx="6590891" cy="533400"/>
          </a:xfrm>
          <a:prstGeom prst="rect">
            <a:avLst/>
          </a:prstGeom>
        </p:spPr>
        <p:txBody>
          <a:bodyPr anchor="t" rtlCol="false" tIns="0" lIns="0" bIns="0" rIns="0">
            <a:spAutoFit/>
          </a:bodyPr>
          <a:lstStyle/>
          <a:p>
            <a:pPr algn="just">
              <a:lnSpc>
                <a:spcPts val="4199"/>
              </a:lnSpc>
              <a:spcBef>
                <a:spcPct val="0"/>
              </a:spcBef>
            </a:pPr>
            <a:r>
              <a:rPr lang="en-US" sz="3499">
                <a:solidFill>
                  <a:srgbClr val="004AAD"/>
                </a:solidFill>
                <a:latin typeface="Handy Casual"/>
              </a:rPr>
              <a:t>From by QB_TTH_KH</a:t>
            </a:r>
          </a:p>
        </p:txBody>
      </p:sp>
      <p:sp>
        <p:nvSpPr>
          <p:cNvPr name="TextBox 9" id="9"/>
          <p:cNvSpPr txBox="true"/>
          <p:nvPr/>
        </p:nvSpPr>
        <p:spPr>
          <a:xfrm rot="0">
            <a:off x="4955707" y="2879051"/>
            <a:ext cx="8376587" cy="5499753"/>
          </a:xfrm>
          <a:prstGeom prst="rect">
            <a:avLst/>
          </a:prstGeom>
        </p:spPr>
        <p:txBody>
          <a:bodyPr anchor="t" rtlCol="false" tIns="0" lIns="0" bIns="0" rIns="0">
            <a:spAutoFit/>
          </a:bodyPr>
          <a:lstStyle/>
          <a:p>
            <a:pPr algn="ctr">
              <a:lnSpc>
                <a:spcPts val="21650"/>
              </a:lnSpc>
            </a:pPr>
            <a:r>
              <a:rPr lang="en-US" sz="18504" spc="407">
                <a:solidFill>
                  <a:srgbClr val="000000"/>
                </a:solidFill>
                <a:latin typeface="Pompiere"/>
              </a:rPr>
              <a:t>THANK</a:t>
            </a:r>
          </a:p>
          <a:p>
            <a:pPr algn="ctr">
              <a:lnSpc>
                <a:spcPts val="21650"/>
              </a:lnSpc>
            </a:pPr>
            <a:r>
              <a:rPr lang="en-US" sz="18504" spc="407">
                <a:solidFill>
                  <a:srgbClr val="000000"/>
                </a:solidFill>
                <a:latin typeface="Pompiere"/>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DAGGKZhDyHY</dc:identifier>
  <dcterms:modified xsi:type="dcterms:W3CDTF">2011-08-01T06:04:30Z</dcterms:modified>
  <cp:revision>1</cp:revision>
  <dc:title>cnpm</dc:title>
</cp:coreProperties>
</file>